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6" r:id="rId5"/>
    <p:sldId id="2146847054" r:id="rId6"/>
    <p:sldId id="262" r:id="rId7"/>
    <p:sldId id="265" r:id="rId8"/>
    <p:sldId id="419" r:id="rId9"/>
    <p:sldId id="2146847059" r:id="rId10"/>
    <p:sldId id="2146847057" r:id="rId11"/>
    <p:sldId id="2146847058" r:id="rId12"/>
    <p:sldId id="2146847056" r:id="rId13"/>
    <p:sldId id="267" r:id="rId14"/>
    <p:sldId id="268" r:id="rId15"/>
    <p:sldId id="2146847055" r:id="rId16"/>
    <p:sldId id="269"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F5F"/>
    <a:srgbClr val="99CE5F"/>
    <a:srgbClr val="99C75F"/>
    <a:srgbClr val="99C45F"/>
    <a:srgbClr val="FFFFFF"/>
    <a:srgbClr val="6EAC1C"/>
    <a:srgbClr val="99CC00"/>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3447" autoAdjust="0"/>
  </p:normalViewPr>
  <p:slideViewPr>
    <p:cSldViewPr snapToGrid="0">
      <p:cViewPr>
        <p:scale>
          <a:sx n="60" d="100"/>
          <a:sy n="60" d="100"/>
        </p:scale>
        <p:origin x="904"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8D2766-C49B-4C1A-9FEE-6F146754B02B}" type="slidenum">
              <a:rPr lang="en-US" smtClean="0"/>
              <a:t>5</a:t>
            </a:fld>
            <a:endParaRPr lang="en-US"/>
          </a:p>
        </p:txBody>
      </p:sp>
    </p:spTree>
    <p:extLst>
      <p:ext uri="{BB962C8B-B14F-4D97-AF65-F5344CB8AC3E}">
        <p14:creationId xmlns:p14="http://schemas.microsoft.com/office/powerpoint/2010/main" val="3332117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92fda97f6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92fda97f6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10/14/2025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10/14/2025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10/14/2025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10/14/2025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10/14/2025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10/14/2025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10/14/2025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10/14/2025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10/14/2025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10/14/2025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10/14/2025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10/14/2025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udent-road-trip-planner.streamlit.app/" TargetMode="External"/><Relationship Id="rId2" Type="http://schemas.openxmlformats.org/officeDocument/2006/relationships/hyperlink" Target="https://github.com/WisteriaM7/STUDENT-ROAD-TRIP-PLANN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etbootstrap.com/docs/5.3/getting-started/introduc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a:bodyPr>
          <a:lstStyle/>
          <a:p>
            <a:pPr algn="ctr"/>
            <a:r>
              <a:rPr lang="en-IN" b="1" dirty="0"/>
              <a:t>Student road trip planner🌍</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707886"/>
          </a:xfrm>
          <a:prstGeom prst="rect">
            <a:avLst/>
          </a:prstGeom>
          <a:noFill/>
        </p:spPr>
        <p:txBody>
          <a:bodyPr wrap="square" lIns="91440" tIns="45720" rIns="91440" bIns="45720" rtlCol="0" anchor="t">
            <a:spAutoFit/>
          </a:bodyPr>
          <a:lstStyle/>
          <a:p>
            <a:pPr algn="ctr"/>
            <a:r>
              <a:rPr lang="en-US" sz="4000" b="1" dirty="0">
                <a:solidFill>
                  <a:schemeClr val="accent1">
                    <a:lumMod val="75000"/>
                  </a:schemeClr>
                </a:solidFill>
                <a:latin typeface="Arial"/>
                <a:cs typeface="Arial"/>
              </a:rPr>
              <a:t>CAPSTONE PROJECT</a:t>
            </a:r>
          </a:p>
        </p:txBody>
      </p:sp>
      <p:sp>
        <p:nvSpPr>
          <p:cNvPr id="4" name="TextBox 3"/>
          <p:cNvSpPr txBox="1"/>
          <p:nvPr/>
        </p:nvSpPr>
        <p:spPr>
          <a:xfrm>
            <a:off x="3691690" y="4161064"/>
            <a:ext cx="7980183" cy="1323439"/>
          </a:xfrm>
          <a:prstGeom prst="rect">
            <a:avLst/>
          </a:prstGeom>
          <a:noFill/>
        </p:spPr>
        <p:txBody>
          <a:bodyPr wrap="square" lIns="91440" tIns="45720" rIns="91440" bIns="45720" rtlCol="0" anchor="t">
            <a:spAutoFit/>
          </a:bodyPr>
          <a:lstStyle/>
          <a:p>
            <a:pPr algn="just"/>
            <a:r>
              <a:rPr lang="en-US" sz="2000" b="1" dirty="0">
                <a:solidFill>
                  <a:schemeClr val="accent1">
                    <a:lumMod val="75000"/>
                  </a:schemeClr>
                </a:solidFill>
                <a:latin typeface="Arial" pitchFamily="34" charset="0"/>
                <a:cs typeface="Arial" pitchFamily="34" charset="0"/>
              </a:rPr>
              <a:t>Presented By:</a:t>
            </a:r>
          </a:p>
          <a:p>
            <a:pPr algn="just"/>
            <a:r>
              <a:rPr lang="en-US" sz="2000" b="1" dirty="0">
                <a:solidFill>
                  <a:schemeClr val="accent1">
                    <a:lumMod val="75000"/>
                  </a:schemeClr>
                </a:solidFill>
                <a:latin typeface="Arial"/>
                <a:cs typeface="Arial"/>
              </a:rPr>
              <a:t>Ruchita Maaran</a:t>
            </a:r>
          </a:p>
          <a:p>
            <a:pPr algn="just"/>
            <a:r>
              <a:rPr lang="en-US" sz="2000" b="1" dirty="0">
                <a:solidFill>
                  <a:schemeClr val="accent1">
                    <a:lumMod val="75000"/>
                  </a:schemeClr>
                </a:solidFill>
                <a:latin typeface="Arial"/>
                <a:cs typeface="Arial"/>
              </a:rPr>
              <a:t>Saveetha College of Liberal Arts </a:t>
            </a:r>
            <a:r>
              <a:rPr lang="en-US" sz="2000" b="1">
                <a:solidFill>
                  <a:schemeClr val="accent1">
                    <a:lumMod val="75000"/>
                  </a:schemeClr>
                </a:solidFill>
                <a:latin typeface="Arial"/>
                <a:cs typeface="Arial"/>
              </a:rPr>
              <a:t>and Sciences </a:t>
            </a:r>
            <a:endParaRPr lang="en-US" sz="2000" b="1" dirty="0">
              <a:solidFill>
                <a:schemeClr val="accent1">
                  <a:lumMod val="75000"/>
                </a:schemeClr>
              </a:solidFill>
              <a:latin typeface="Arial"/>
              <a:cs typeface="Arial"/>
            </a:endParaRPr>
          </a:p>
          <a:p>
            <a:pPr algn="just"/>
            <a:r>
              <a:rPr lang="en-US" sz="2000" b="1" dirty="0">
                <a:solidFill>
                  <a:schemeClr val="accent1">
                    <a:lumMod val="75000"/>
                  </a:schemeClr>
                </a:solidFill>
                <a:latin typeface="Arial"/>
                <a:cs typeface="Arial"/>
              </a:rPr>
              <a:t>BCA</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9"/>
            <a:ext cx="10515600" cy="884252"/>
          </a:xfrm>
        </p:spPr>
        <p:txBody>
          <a:bodyPr>
            <a:normAutofit/>
          </a:bodyPr>
          <a:lstStyle/>
          <a:p>
            <a:r>
              <a:rPr lang="en-US" sz="4400"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4484407"/>
          </a:xfrm>
        </p:spPr>
        <p:txBody>
          <a:bodyPr vert="horz" lIns="91440" tIns="45720" rIns="91440" bIns="45720" rtlCol="0" anchor="t">
            <a:noAutofit/>
          </a:bodyPr>
          <a:lstStyle/>
          <a:p>
            <a:r>
              <a:rPr lang="en-US" sz="2400" b="1" dirty="0">
                <a:ea typeface="+mn-lt"/>
                <a:cs typeface="Arial"/>
              </a:rPr>
              <a:t>Problem Statement </a:t>
            </a:r>
            <a:endParaRPr lang="en-US" sz="1800" dirty="0">
              <a:cs typeface="Arial"/>
            </a:endParaRPr>
          </a:p>
          <a:p>
            <a:pPr marL="305435" indent="-305435"/>
            <a:r>
              <a:rPr lang="en-US" sz="2400" b="1" dirty="0">
                <a:ea typeface="+mn-lt"/>
                <a:cs typeface="Calibri"/>
              </a:rPr>
              <a:t>System </a:t>
            </a:r>
            <a:r>
              <a:rPr lang="en-US" sz="2400" b="1" dirty="0">
                <a:ea typeface="+mn-lt"/>
                <a:cs typeface="+mn-lt"/>
              </a:rPr>
              <a:t>Development Approach</a:t>
            </a:r>
            <a:endParaRPr lang="en-US" sz="1800" dirty="0">
              <a:ea typeface="+mn-lt"/>
              <a:cs typeface="+mn-lt"/>
            </a:endParaRPr>
          </a:p>
          <a:p>
            <a:pPr marL="305435" indent="-305435"/>
            <a:r>
              <a:rPr lang="en-US" sz="2400" b="1" dirty="0">
                <a:ea typeface="+mn-lt"/>
                <a:cs typeface="+mn-lt"/>
              </a:rPr>
              <a:t>Algorithm </a:t>
            </a:r>
          </a:p>
          <a:p>
            <a:pPr marL="305435" indent="-305435"/>
            <a:r>
              <a:rPr lang="en-US" sz="2400" b="1" dirty="0">
                <a:ea typeface="+mn-lt"/>
                <a:cs typeface="+mn-lt"/>
              </a:rPr>
              <a:t>Deployment </a:t>
            </a:r>
            <a:endParaRPr lang="en-US" sz="1800" dirty="0">
              <a:cs typeface="Calibri"/>
            </a:endParaRPr>
          </a:p>
          <a:p>
            <a:pPr marL="305435" indent="-305435"/>
            <a:r>
              <a:rPr lang="en-US" sz="2400" b="1" dirty="0">
                <a:ea typeface="+mn-lt"/>
                <a:cs typeface="Arial"/>
              </a:rPr>
              <a:t>Result</a:t>
            </a:r>
          </a:p>
          <a:p>
            <a:pPr marL="305435" indent="-305435"/>
            <a:r>
              <a:rPr lang="en-US" sz="2400" b="1" dirty="0">
                <a:ea typeface="+mn-lt"/>
                <a:cs typeface="Arial"/>
              </a:rPr>
              <a:t>Conclusion</a:t>
            </a:r>
            <a:endParaRPr lang="en-US" sz="1800" dirty="0">
              <a:cs typeface="Arial"/>
            </a:endParaRPr>
          </a:p>
          <a:p>
            <a:pPr marL="305435" indent="-305435"/>
            <a:r>
              <a:rPr lang="en-US" sz="2400" b="1" dirty="0">
                <a:ea typeface="+mn-lt"/>
                <a:cs typeface="Arial"/>
              </a:rPr>
              <a:t>Future Scope</a:t>
            </a:r>
          </a:p>
          <a:p>
            <a:pPr marL="305435" indent="-305435"/>
            <a:r>
              <a:rPr lang="en-US" sz="2400" b="1" dirty="0">
                <a:ea typeface="+mn-lt"/>
                <a:cs typeface="Arial"/>
              </a:rPr>
              <a:t>References</a:t>
            </a:r>
            <a:endParaRPr lang="en-US" sz="1800" dirty="0">
              <a:cs typeface="Arial"/>
            </a:endParaRPr>
          </a:p>
          <a:p>
            <a:pPr marL="305435" indent="-305435"/>
            <a:endParaRPr lang="en-US" sz="1800" dirty="0">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A7D5EFD5-67FD-0471-2D5B-DB48161ADE03}"/>
              </a:ext>
            </a:extLst>
          </p:cNvPr>
          <p:cNvSpPr>
            <a:spLocks noGrp="1"/>
          </p:cNvSpPr>
          <p:nvPr>
            <p:ph idx="1"/>
          </p:nvPr>
        </p:nvSpPr>
        <p:spPr/>
        <p:txBody>
          <a:bodyPr>
            <a:normAutofit/>
          </a:bodyPr>
          <a:lstStyle/>
          <a:p>
            <a:r>
              <a:rPr lang="en-US" sz="2400" dirty="0"/>
              <a:t>In today’s fast-paced student life, planning a group trip can be overwhelming due to limited time, tight budgets, and lack of travel planning experience. Many students miss out on memorable getaways because estimating costs, finding suitable destinations, and organizing itineraries can be confusing and stressful. Traditional travel agencies often focus on general tourism rather than affordable, student-friendly experiences.</a:t>
            </a:r>
          </a:p>
          <a:p>
            <a:r>
              <a:rPr lang="en-US" sz="2400" b="1" dirty="0"/>
              <a:t>Problem:</a:t>
            </a:r>
            <a:r>
              <a:rPr lang="en-US" sz="2400" dirty="0"/>
              <a:t> There is a critical need for an intuitive, budget-conscious, and personalized travel planning solution that empowers students to organize road trips efficiently. The system should estimate costs, suggest itineraries, and provide practical tips while catering to the group’s size, trip vibe, and mode of travel—making student getaways fun, memorable, and stress-free.</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DEVELOPMENT Approach</a:t>
            </a:r>
            <a:endParaRPr lang="en-US" sz="4400" dirty="0">
              <a:solidFill>
                <a:schemeClr val="accent1"/>
              </a:solidFill>
              <a:latin typeface="Calibri Light"/>
              <a:cs typeface="Calibri Light"/>
            </a:endParaRPr>
          </a:p>
        </p:txBody>
      </p:sp>
      <p:graphicFrame>
        <p:nvGraphicFramePr>
          <p:cNvPr id="7" name="Content Placeholder 6">
            <a:extLst>
              <a:ext uri="{FF2B5EF4-FFF2-40B4-BE49-F238E27FC236}">
                <a16:creationId xmlns:a16="http://schemas.microsoft.com/office/drawing/2014/main" id="{E926667E-1934-225A-D838-F85DD7A53C90}"/>
              </a:ext>
            </a:extLst>
          </p:cNvPr>
          <p:cNvGraphicFramePr>
            <a:graphicFrameLocks noGrp="1"/>
          </p:cNvGraphicFramePr>
          <p:nvPr>
            <p:ph idx="1"/>
            <p:extLst>
              <p:ext uri="{D42A27DB-BD31-4B8C-83A1-F6EECF244321}">
                <p14:modId xmlns:p14="http://schemas.microsoft.com/office/powerpoint/2010/main" val="1273120825"/>
              </p:ext>
            </p:extLst>
          </p:nvPr>
        </p:nvGraphicFramePr>
        <p:xfrm>
          <a:off x="581025" y="1774491"/>
          <a:ext cx="11029950" cy="3779520"/>
        </p:xfrm>
        <a:graphic>
          <a:graphicData uri="http://schemas.openxmlformats.org/drawingml/2006/table">
            <a:tbl>
              <a:tblPr firstRow="1">
                <a:tableStyleId>{2D5ABB26-0587-4C30-8999-92F81FD0307C}</a:tableStyleId>
              </a:tblPr>
              <a:tblGrid>
                <a:gridCol w="5004527">
                  <a:extLst>
                    <a:ext uri="{9D8B030D-6E8A-4147-A177-3AD203B41FA5}">
                      <a16:colId xmlns:a16="http://schemas.microsoft.com/office/drawing/2014/main" val="3651885456"/>
                    </a:ext>
                  </a:extLst>
                </a:gridCol>
                <a:gridCol w="6025423">
                  <a:extLst>
                    <a:ext uri="{9D8B030D-6E8A-4147-A177-3AD203B41FA5}">
                      <a16:colId xmlns:a16="http://schemas.microsoft.com/office/drawing/2014/main" val="3162863862"/>
                    </a:ext>
                  </a:extLst>
                </a:gridCol>
              </a:tblGrid>
              <a:tr h="0">
                <a:tc>
                  <a:txBody>
                    <a:bodyPr/>
                    <a:lstStyle/>
                    <a:p>
                      <a:pPr algn="just">
                        <a:buNone/>
                      </a:pPr>
                      <a:r>
                        <a:rPr lang="en-IN" sz="2800" b="1" dirty="0"/>
                        <a:t>Frontend</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US" sz="2800"/>
                        <a:t>Streamlit app for user interaction (chat UI, input/output display)</a:t>
                      </a:r>
                      <a:endParaRPr lang="en-US" sz="28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503578"/>
                  </a:ext>
                </a:extLst>
              </a:tr>
              <a:tr h="0">
                <a:tc>
                  <a:txBody>
                    <a:bodyPr/>
                    <a:lstStyle/>
                    <a:p>
                      <a:pPr algn="just">
                        <a:buNone/>
                      </a:pPr>
                      <a:r>
                        <a:rPr lang="en-IN" sz="2800" b="1" dirty="0"/>
                        <a:t>Backend</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US" sz="2800"/>
                        <a:t>Python logic to handle chat flow, model inference, and session state</a:t>
                      </a:r>
                      <a:endParaRPr lang="en-US" sz="28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916795"/>
                  </a:ext>
                </a:extLst>
              </a:tr>
              <a:tr h="0">
                <a:tc>
                  <a:txBody>
                    <a:bodyPr/>
                    <a:lstStyle/>
                    <a:p>
                      <a:pPr algn="just">
                        <a:buNone/>
                      </a:pPr>
                      <a:r>
                        <a:rPr lang="en-IN" sz="2800" b="1" dirty="0"/>
                        <a:t>Model Engine</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IN" sz="2800" dirty="0" err="1"/>
                        <a:t>OpenRouter</a:t>
                      </a:r>
                      <a:r>
                        <a:rPr lang="en-IN" sz="2800" dirty="0"/>
                        <a:t> API (</a:t>
                      </a:r>
                      <a:r>
                        <a:rPr lang="en-IN" sz="2800" dirty="0" err="1"/>
                        <a:t>tngtech</a:t>
                      </a:r>
                      <a:r>
                        <a:rPr lang="en-IN" sz="2800" dirty="0"/>
                        <a:t>/deepseek-r1t2-chimera)</a:t>
                      </a:r>
                      <a:endParaRPr lang="en-IN"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182781"/>
                  </a:ext>
                </a:extLst>
              </a:tr>
              <a:tr h="0">
                <a:tc>
                  <a:txBody>
                    <a:bodyPr/>
                    <a:lstStyle/>
                    <a:p>
                      <a:pPr algn="just">
                        <a:buNone/>
                      </a:pPr>
                      <a:r>
                        <a:rPr lang="en-IN" sz="2800" b="1"/>
                        <a:t>Data Handling</a:t>
                      </a:r>
                      <a:endParaRPr lang="en-IN" sz="28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buNone/>
                      </a:pPr>
                      <a:r>
                        <a:rPr lang="en-US" sz="2800" dirty="0"/>
                        <a:t>Optional logging, feedback collection, or prompt templates</a:t>
                      </a:r>
                      <a:endParaRPr lang="en-US"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733088"/>
                  </a:ext>
                </a:extLst>
              </a:tr>
            </a:tbl>
          </a:graphicData>
        </a:graphic>
      </p:graphicFrame>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7994E-D955-4FC0-EB55-09C0A8872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5F233-1840-42BA-19D1-08AB41FB63E5}"/>
              </a:ext>
            </a:extLst>
          </p:cNvPr>
          <p:cNvSpPr>
            <a:spLocks noGrp="1"/>
          </p:cNvSpPr>
          <p:nvPr>
            <p:ph type="title"/>
          </p:nvPr>
        </p:nvSpPr>
        <p:spPr>
          <a:xfrm>
            <a:off x="575894" y="513801"/>
            <a:ext cx="11029616" cy="808103"/>
          </a:xfrm>
        </p:spPr>
        <p:txBody>
          <a:bodyPr>
            <a:normAutofit/>
          </a:bodyPr>
          <a:lstStyle/>
          <a:p>
            <a:r>
              <a:rPr lang="en-US" sz="4000" b="1" dirty="0">
                <a:solidFill>
                  <a:schemeClr val="accent1"/>
                </a:solidFill>
                <a:latin typeface="Arial"/>
                <a:ea typeface="+mj-lt"/>
                <a:cs typeface="Arial"/>
              </a:rPr>
              <a:t>ALGORITHM</a:t>
            </a:r>
            <a:endParaRPr lang="en-US" sz="4000" dirty="0">
              <a:solidFill>
                <a:schemeClr val="accent1"/>
              </a:solidFill>
            </a:endParaRPr>
          </a:p>
        </p:txBody>
      </p:sp>
      <p:grpSp>
        <p:nvGrpSpPr>
          <p:cNvPr id="27" name="Group 26">
            <a:extLst>
              <a:ext uri="{FF2B5EF4-FFF2-40B4-BE49-F238E27FC236}">
                <a16:creationId xmlns:a16="http://schemas.microsoft.com/office/drawing/2014/main" id="{D912A6D2-B886-79D1-5409-B62B18134801}"/>
              </a:ext>
            </a:extLst>
          </p:cNvPr>
          <p:cNvGrpSpPr/>
          <p:nvPr/>
        </p:nvGrpSpPr>
        <p:grpSpPr>
          <a:xfrm>
            <a:off x="867312" y="1048873"/>
            <a:ext cx="10460718" cy="5473003"/>
            <a:chOff x="867312" y="575143"/>
            <a:chExt cx="10460718" cy="5473003"/>
          </a:xfrm>
        </p:grpSpPr>
        <p:grpSp>
          <p:nvGrpSpPr>
            <p:cNvPr id="45" name="Group 44">
              <a:extLst>
                <a:ext uri="{FF2B5EF4-FFF2-40B4-BE49-F238E27FC236}">
                  <a16:creationId xmlns:a16="http://schemas.microsoft.com/office/drawing/2014/main" id="{56D64FCC-FDC1-A4FD-B6FF-AABD6CC9643A}"/>
                </a:ext>
              </a:extLst>
            </p:cNvPr>
            <p:cNvGrpSpPr/>
            <p:nvPr/>
          </p:nvGrpSpPr>
          <p:grpSpPr>
            <a:xfrm>
              <a:off x="6128022" y="4480994"/>
              <a:ext cx="1691640" cy="1567152"/>
              <a:chOff x="6128022" y="4480994"/>
              <a:chExt cx="1691640" cy="1567152"/>
            </a:xfrm>
          </p:grpSpPr>
          <p:sp>
            <p:nvSpPr>
              <p:cNvPr id="9" name="TextBox 36">
                <a:extLst>
                  <a:ext uri="{FF2B5EF4-FFF2-40B4-BE49-F238E27FC236}">
                    <a16:creationId xmlns:a16="http://schemas.microsoft.com/office/drawing/2014/main" id="{84614F28-725A-C541-CF32-E76F8005B904}"/>
                  </a:ext>
                </a:extLst>
              </p:cNvPr>
              <p:cNvSpPr txBox="1"/>
              <p:nvPr/>
            </p:nvSpPr>
            <p:spPr>
              <a:xfrm>
                <a:off x="6128022" y="4480994"/>
                <a:ext cx="1691640" cy="369332"/>
              </a:xfrm>
              <a:prstGeom prst="rect">
                <a:avLst/>
              </a:prstGeom>
              <a:noFill/>
            </p:spPr>
            <p:txBody>
              <a:bodyPr wrap="square" lIns="0" rIns="0" rtlCol="0" anchor="b">
                <a:spAutoFit/>
              </a:bodyPr>
              <a:lstStyle/>
              <a:p>
                <a:pPr algn="ctr"/>
                <a:r>
                  <a:rPr lang="en-IN" b="1" dirty="0"/>
                  <a:t>Display Budget</a:t>
                </a:r>
                <a:endParaRPr lang="en-IN" dirty="0"/>
              </a:p>
            </p:txBody>
          </p:sp>
          <p:sp>
            <p:nvSpPr>
              <p:cNvPr id="10" name="TextBox 37">
                <a:extLst>
                  <a:ext uri="{FF2B5EF4-FFF2-40B4-BE49-F238E27FC236}">
                    <a16:creationId xmlns:a16="http://schemas.microsoft.com/office/drawing/2014/main" id="{70027B57-C119-E797-8945-5171571B9B8B}"/>
                  </a:ext>
                </a:extLst>
              </p:cNvPr>
              <p:cNvSpPr txBox="1"/>
              <p:nvPr/>
            </p:nvSpPr>
            <p:spPr>
              <a:xfrm>
                <a:off x="6128022" y="4847817"/>
                <a:ext cx="1691640" cy="1200329"/>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Show category-wise breakdown in a table. Display total and per-person metrics. Visualize cost distribution using a pie chart.</a:t>
                </a:r>
              </a:p>
            </p:txBody>
          </p:sp>
        </p:grpSp>
        <p:grpSp>
          <p:nvGrpSpPr>
            <p:cNvPr id="47" name="Group 46">
              <a:extLst>
                <a:ext uri="{FF2B5EF4-FFF2-40B4-BE49-F238E27FC236}">
                  <a16:creationId xmlns:a16="http://schemas.microsoft.com/office/drawing/2014/main" id="{44E94682-5724-BEDC-3566-DB0646262EAD}"/>
                </a:ext>
              </a:extLst>
            </p:cNvPr>
            <p:cNvGrpSpPr/>
            <p:nvPr/>
          </p:nvGrpSpPr>
          <p:grpSpPr>
            <a:xfrm>
              <a:off x="9636390" y="4480994"/>
              <a:ext cx="1691640" cy="828488"/>
              <a:chOff x="9636390" y="4480994"/>
              <a:chExt cx="1691640" cy="828488"/>
            </a:xfrm>
          </p:grpSpPr>
          <p:sp>
            <p:nvSpPr>
              <p:cNvPr id="19" name="TextBox 36">
                <a:extLst>
                  <a:ext uri="{FF2B5EF4-FFF2-40B4-BE49-F238E27FC236}">
                    <a16:creationId xmlns:a16="http://schemas.microsoft.com/office/drawing/2014/main" id="{99005688-A9A4-1619-F784-092BC2204E4F}"/>
                  </a:ext>
                </a:extLst>
              </p:cNvPr>
              <p:cNvSpPr txBox="1"/>
              <p:nvPr/>
            </p:nvSpPr>
            <p:spPr>
              <a:xfrm>
                <a:off x="9636390" y="4480994"/>
                <a:ext cx="1691640" cy="369332"/>
              </a:xfrm>
              <a:prstGeom prst="rect">
                <a:avLst/>
              </a:prstGeom>
              <a:noFill/>
            </p:spPr>
            <p:txBody>
              <a:bodyPr wrap="square" lIns="0" rIns="0" rtlCol="0" anchor="b">
                <a:spAutoFit/>
              </a:bodyPr>
              <a:lstStyle/>
              <a:p>
                <a:pPr algn="ctr"/>
                <a:r>
                  <a:rPr lang="en-IN" b="1" dirty="0"/>
                  <a:t>Finalize UI</a:t>
                </a:r>
                <a:endParaRPr lang="en-IN" dirty="0"/>
              </a:p>
            </p:txBody>
          </p:sp>
          <p:sp>
            <p:nvSpPr>
              <p:cNvPr id="20" name="TextBox 37">
                <a:extLst>
                  <a:ext uri="{FF2B5EF4-FFF2-40B4-BE49-F238E27FC236}">
                    <a16:creationId xmlns:a16="http://schemas.microsoft.com/office/drawing/2014/main" id="{F36A0757-9977-F30A-62E8-5CF8ECF2A03C}"/>
                  </a:ext>
                </a:extLst>
              </p:cNvPr>
              <p:cNvSpPr txBox="1"/>
              <p:nvPr/>
            </p:nvSpPr>
            <p:spPr>
              <a:xfrm>
                <a:off x="9636390" y="4847817"/>
                <a:ext cx="1691640" cy="461665"/>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Add dividers and app credits.</a:t>
                </a:r>
              </a:p>
            </p:txBody>
          </p:sp>
        </p:grpSp>
        <p:grpSp>
          <p:nvGrpSpPr>
            <p:cNvPr id="43" name="Group 42">
              <a:extLst>
                <a:ext uri="{FF2B5EF4-FFF2-40B4-BE49-F238E27FC236}">
                  <a16:creationId xmlns:a16="http://schemas.microsoft.com/office/drawing/2014/main" id="{5E908EF8-DDDC-52C0-249F-163E5A090FE8}"/>
                </a:ext>
              </a:extLst>
            </p:cNvPr>
            <p:cNvGrpSpPr/>
            <p:nvPr/>
          </p:nvGrpSpPr>
          <p:grpSpPr>
            <a:xfrm>
              <a:off x="2623698" y="4501454"/>
              <a:ext cx="1691640" cy="1474819"/>
              <a:chOff x="2623698" y="4203995"/>
              <a:chExt cx="1691640" cy="1474819"/>
            </a:xfrm>
          </p:grpSpPr>
          <p:sp>
            <p:nvSpPr>
              <p:cNvPr id="22" name="TextBox 36">
                <a:extLst>
                  <a:ext uri="{FF2B5EF4-FFF2-40B4-BE49-F238E27FC236}">
                    <a16:creationId xmlns:a16="http://schemas.microsoft.com/office/drawing/2014/main" id="{38CFACDA-C597-C434-B516-08FA67F1B3DE}"/>
                  </a:ext>
                </a:extLst>
              </p:cNvPr>
              <p:cNvSpPr txBox="1"/>
              <p:nvPr/>
            </p:nvSpPr>
            <p:spPr>
              <a:xfrm>
                <a:off x="2623698" y="4203995"/>
                <a:ext cx="1691640" cy="646331"/>
              </a:xfrm>
              <a:prstGeom prst="rect">
                <a:avLst/>
              </a:prstGeom>
              <a:noFill/>
            </p:spPr>
            <p:txBody>
              <a:bodyPr wrap="square" lIns="0" rIns="0" rtlCol="0" anchor="b">
                <a:spAutoFit/>
              </a:bodyPr>
              <a:lstStyle/>
              <a:p>
                <a:pPr algn="ctr"/>
                <a:r>
                  <a:rPr lang="en-IN" b="1" dirty="0"/>
                  <a:t>Collect Trip Inputs</a:t>
                </a:r>
                <a:endParaRPr lang="en-IN" dirty="0"/>
              </a:p>
            </p:txBody>
          </p:sp>
          <p:sp>
            <p:nvSpPr>
              <p:cNvPr id="23" name="TextBox 37">
                <a:extLst>
                  <a:ext uri="{FF2B5EF4-FFF2-40B4-BE49-F238E27FC236}">
                    <a16:creationId xmlns:a16="http://schemas.microsoft.com/office/drawing/2014/main" id="{9BF00074-3AAE-3076-BA4F-CC573CD6F4F3}"/>
                  </a:ext>
                </a:extLst>
              </p:cNvPr>
              <p:cNvSpPr txBox="1"/>
              <p:nvPr/>
            </p:nvSpPr>
            <p:spPr>
              <a:xfrm>
                <a:off x="2623698" y="4847817"/>
                <a:ext cx="1691640" cy="830997"/>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Get start &amp; destination cities. Select number of people, trip days, travel mode, and vibe.</a:t>
                </a:r>
              </a:p>
            </p:txBody>
          </p:sp>
        </p:grpSp>
        <p:grpSp>
          <p:nvGrpSpPr>
            <p:cNvPr id="44" name="Group 43">
              <a:extLst>
                <a:ext uri="{FF2B5EF4-FFF2-40B4-BE49-F238E27FC236}">
                  <a16:creationId xmlns:a16="http://schemas.microsoft.com/office/drawing/2014/main" id="{8516D002-AE14-4649-E7C7-8A6CDBAACEF5}"/>
                </a:ext>
              </a:extLst>
            </p:cNvPr>
            <p:cNvGrpSpPr/>
            <p:nvPr/>
          </p:nvGrpSpPr>
          <p:grpSpPr>
            <a:xfrm>
              <a:off x="4371719" y="940278"/>
              <a:ext cx="1691640" cy="1382486"/>
              <a:chOff x="4371719" y="1303839"/>
              <a:chExt cx="1691640" cy="1382486"/>
            </a:xfrm>
          </p:grpSpPr>
          <p:sp>
            <p:nvSpPr>
              <p:cNvPr id="25" name="TextBox 36">
                <a:extLst>
                  <a:ext uri="{FF2B5EF4-FFF2-40B4-BE49-F238E27FC236}">
                    <a16:creationId xmlns:a16="http://schemas.microsoft.com/office/drawing/2014/main" id="{BCE908B7-1EED-DD77-7A87-81632CC28B0D}"/>
                  </a:ext>
                </a:extLst>
              </p:cNvPr>
              <p:cNvSpPr txBox="1"/>
              <p:nvPr/>
            </p:nvSpPr>
            <p:spPr>
              <a:xfrm>
                <a:off x="4371719" y="1303839"/>
                <a:ext cx="1691640" cy="369332"/>
              </a:xfrm>
              <a:prstGeom prst="rect">
                <a:avLst/>
              </a:prstGeom>
              <a:noFill/>
            </p:spPr>
            <p:txBody>
              <a:bodyPr wrap="square" lIns="0" rIns="0" rtlCol="0" anchor="b">
                <a:spAutoFit/>
              </a:bodyPr>
              <a:lstStyle/>
              <a:p>
                <a:pPr algn="ctr"/>
                <a:r>
                  <a:rPr lang="en-IN" b="1" dirty="0"/>
                  <a:t>Estimate Budget</a:t>
                </a:r>
                <a:endParaRPr lang="en-IN" dirty="0"/>
              </a:p>
            </p:txBody>
          </p:sp>
          <p:sp>
            <p:nvSpPr>
              <p:cNvPr id="26" name="TextBox 37">
                <a:extLst>
                  <a:ext uri="{FF2B5EF4-FFF2-40B4-BE49-F238E27FC236}">
                    <a16:creationId xmlns:a16="http://schemas.microsoft.com/office/drawing/2014/main" id="{7579EDA6-7670-6AF9-3CEA-78EED7E6EFBB}"/>
                  </a:ext>
                </a:extLst>
              </p:cNvPr>
              <p:cNvSpPr txBox="1"/>
              <p:nvPr/>
            </p:nvSpPr>
            <p:spPr>
              <a:xfrm>
                <a:off x="4371719" y="1670662"/>
                <a:ext cx="1691640" cy="1015663"/>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Input estimated distance. Calculate travel, stay, food, and misc costs. Compute total and per-person budget.</a:t>
                </a:r>
              </a:p>
            </p:txBody>
          </p:sp>
        </p:grpSp>
        <p:grpSp>
          <p:nvGrpSpPr>
            <p:cNvPr id="46" name="Group 45">
              <a:extLst>
                <a:ext uri="{FF2B5EF4-FFF2-40B4-BE49-F238E27FC236}">
                  <a16:creationId xmlns:a16="http://schemas.microsoft.com/office/drawing/2014/main" id="{2749697F-2205-6419-FEA3-6527FF76EE85}"/>
                </a:ext>
              </a:extLst>
            </p:cNvPr>
            <p:cNvGrpSpPr/>
            <p:nvPr/>
          </p:nvGrpSpPr>
          <p:grpSpPr>
            <a:xfrm>
              <a:off x="7880003" y="575143"/>
              <a:ext cx="1691640" cy="1844151"/>
              <a:chOff x="7880003" y="1026840"/>
              <a:chExt cx="1691640" cy="1844151"/>
            </a:xfrm>
          </p:grpSpPr>
          <p:sp>
            <p:nvSpPr>
              <p:cNvPr id="28" name="TextBox 36">
                <a:extLst>
                  <a:ext uri="{FF2B5EF4-FFF2-40B4-BE49-F238E27FC236}">
                    <a16:creationId xmlns:a16="http://schemas.microsoft.com/office/drawing/2014/main" id="{C3BDF6FA-13FE-4421-0C86-2B2A8A74DC4E}"/>
                  </a:ext>
                </a:extLst>
              </p:cNvPr>
              <p:cNvSpPr txBox="1"/>
              <p:nvPr/>
            </p:nvSpPr>
            <p:spPr>
              <a:xfrm>
                <a:off x="7880003" y="1026840"/>
                <a:ext cx="1691640" cy="646331"/>
              </a:xfrm>
              <a:prstGeom prst="rect">
                <a:avLst/>
              </a:prstGeom>
              <a:noFill/>
            </p:spPr>
            <p:txBody>
              <a:bodyPr wrap="square" lIns="0" rIns="0" rtlCol="0" anchor="b">
                <a:spAutoFit/>
              </a:bodyPr>
              <a:lstStyle/>
              <a:p>
                <a:pPr algn="ctr"/>
                <a:r>
                  <a:rPr lang="en-IN" b="1" dirty="0"/>
                  <a:t>Generate AI Trip Plan</a:t>
                </a:r>
                <a:endParaRPr lang="en-IN" dirty="0"/>
              </a:p>
            </p:txBody>
          </p:sp>
          <p:sp>
            <p:nvSpPr>
              <p:cNvPr id="29" name="TextBox 37">
                <a:extLst>
                  <a:ext uri="{FF2B5EF4-FFF2-40B4-BE49-F238E27FC236}">
                    <a16:creationId xmlns:a16="http://schemas.microsoft.com/office/drawing/2014/main" id="{A6527ED9-CF58-6DB1-AD82-E4BAB0D392F7}"/>
                  </a:ext>
                </a:extLst>
              </p:cNvPr>
              <p:cNvSpPr txBox="1"/>
              <p:nvPr/>
            </p:nvSpPr>
            <p:spPr>
              <a:xfrm>
                <a:off x="7880003" y="1670662"/>
                <a:ext cx="1691640" cy="1200329"/>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On button click, create prompt with trip details. Send to OpenAI API (via OpenRouter). Display generated itinerary and handle errors.</a:t>
                </a:r>
              </a:p>
            </p:txBody>
          </p:sp>
        </p:grpSp>
        <p:grpSp>
          <p:nvGrpSpPr>
            <p:cNvPr id="42" name="Group 41">
              <a:extLst>
                <a:ext uri="{FF2B5EF4-FFF2-40B4-BE49-F238E27FC236}">
                  <a16:creationId xmlns:a16="http://schemas.microsoft.com/office/drawing/2014/main" id="{829B592D-438C-4B53-A664-ADE2AE706376}"/>
                </a:ext>
              </a:extLst>
            </p:cNvPr>
            <p:cNvGrpSpPr/>
            <p:nvPr/>
          </p:nvGrpSpPr>
          <p:grpSpPr>
            <a:xfrm>
              <a:off x="867312" y="1303839"/>
              <a:ext cx="1691640" cy="828488"/>
              <a:chOff x="867312" y="1303839"/>
              <a:chExt cx="1691640" cy="828488"/>
            </a:xfrm>
          </p:grpSpPr>
          <p:sp>
            <p:nvSpPr>
              <p:cNvPr id="31" name="TextBox 36">
                <a:extLst>
                  <a:ext uri="{FF2B5EF4-FFF2-40B4-BE49-F238E27FC236}">
                    <a16:creationId xmlns:a16="http://schemas.microsoft.com/office/drawing/2014/main" id="{5169FC03-5BBF-6082-EE01-2E4E8CC84F7A}"/>
                  </a:ext>
                </a:extLst>
              </p:cNvPr>
              <p:cNvSpPr txBox="1"/>
              <p:nvPr/>
            </p:nvSpPr>
            <p:spPr>
              <a:xfrm>
                <a:off x="867312" y="1303839"/>
                <a:ext cx="1691640" cy="369332"/>
              </a:xfrm>
              <a:prstGeom prst="rect">
                <a:avLst/>
              </a:prstGeom>
              <a:noFill/>
            </p:spPr>
            <p:txBody>
              <a:bodyPr wrap="square" lIns="0" rIns="0" rtlCol="0" anchor="b">
                <a:spAutoFit/>
              </a:bodyPr>
              <a:lstStyle/>
              <a:p>
                <a:pPr algn="ctr"/>
                <a:r>
                  <a:rPr lang="en-IN" b="1" dirty="0"/>
                  <a:t>Initialize App</a:t>
                </a:r>
                <a:endParaRPr lang="en-IN" dirty="0"/>
              </a:p>
            </p:txBody>
          </p:sp>
          <p:sp>
            <p:nvSpPr>
              <p:cNvPr id="32" name="TextBox 37">
                <a:extLst>
                  <a:ext uri="{FF2B5EF4-FFF2-40B4-BE49-F238E27FC236}">
                    <a16:creationId xmlns:a16="http://schemas.microsoft.com/office/drawing/2014/main" id="{02465688-1006-6F2B-34AF-FB54618277F2}"/>
                  </a:ext>
                </a:extLst>
              </p:cNvPr>
              <p:cNvSpPr txBox="1"/>
              <p:nvPr/>
            </p:nvSpPr>
            <p:spPr>
              <a:xfrm>
                <a:off x="867312" y="1670662"/>
                <a:ext cx="1691640" cy="461665"/>
              </a:xfrm>
              <a:prstGeom prst="rect">
                <a:avLst/>
              </a:prstGeom>
              <a:noFill/>
            </p:spPr>
            <p:txBody>
              <a:bodyPr wrap="square" lIns="0" rIns="0" rtlCol="0" anchor="t">
                <a:spAutoFit/>
              </a:bodyPr>
              <a:lstStyle/>
              <a:p>
                <a:pPr algn="ctr"/>
                <a:r>
                  <a:rPr lang="en-US" sz="1200" noProof="1">
                    <a:solidFill>
                      <a:schemeClr val="tx1">
                        <a:lumMod val="65000"/>
                        <a:lumOff val="35000"/>
                      </a:schemeClr>
                    </a:solidFill>
                  </a:rPr>
                  <a:t>Set page config, title, and intro sections.</a:t>
                </a:r>
              </a:p>
            </p:txBody>
          </p:sp>
        </p:grpSp>
        <p:sp>
          <p:nvSpPr>
            <p:cNvPr id="4" name="Forme libre 3">
              <a:extLst>
                <a:ext uri="{FF2B5EF4-FFF2-40B4-BE49-F238E27FC236}">
                  <a16:creationId xmlns:a16="http://schemas.microsoft.com/office/drawing/2014/main" id="{859CA9EC-BD33-30A3-0122-B2A77B0DE89C}"/>
                </a:ext>
              </a:extLst>
            </p:cNvPr>
            <p:cNvSpPr/>
            <p:nvPr/>
          </p:nvSpPr>
          <p:spPr>
            <a:xfrm>
              <a:off x="867620" y="2346899"/>
              <a:ext cx="1688717" cy="1500472"/>
            </a:xfrm>
            <a:custGeom>
              <a:avLst/>
              <a:gdLst>
                <a:gd name="connsiteX0" fmla="*/ 693395 w 927748"/>
                <a:gd name="connsiteY0" fmla="*/ 331287 h 824330"/>
                <a:gd name="connsiteX1" fmla="*/ 603982 w 927748"/>
                <a:gd name="connsiteY1" fmla="*/ 313122 h 824330"/>
                <a:gd name="connsiteX2" fmla="*/ 470406 w 927748"/>
                <a:gd name="connsiteY2" fmla="*/ 6152 h 824330"/>
                <a:gd name="connsiteX3" fmla="*/ 465166 w 927748"/>
                <a:gd name="connsiteY3" fmla="*/ 29 h 824330"/>
                <a:gd name="connsiteX4" fmla="*/ 458702 w 927748"/>
                <a:gd name="connsiteY4" fmla="*/ 5812 h 824330"/>
                <a:gd name="connsiteX5" fmla="*/ 458702 w 927748"/>
                <a:gd name="connsiteY5" fmla="*/ 6084 h 824330"/>
                <a:gd name="connsiteX6" fmla="*/ 348399 w 927748"/>
                <a:gd name="connsiteY6" fmla="*/ 301625 h 824330"/>
                <a:gd name="connsiteX7" fmla="*/ 235781 w 927748"/>
                <a:gd name="connsiteY7" fmla="*/ 331219 h 824330"/>
                <a:gd name="connsiteX8" fmla="*/ 235781 w 927748"/>
                <a:gd name="connsiteY8" fmla="*/ 331219 h 824330"/>
                <a:gd name="connsiteX9" fmla="*/ 0 w 927748"/>
                <a:gd name="connsiteY9" fmla="*/ 567094 h 824330"/>
                <a:gd name="connsiteX10" fmla="*/ 0 w 927748"/>
                <a:gd name="connsiteY10" fmla="*/ 588456 h 824330"/>
                <a:gd name="connsiteX11" fmla="*/ 235917 w 927748"/>
                <a:gd name="connsiteY11" fmla="*/ 824330 h 824330"/>
                <a:gd name="connsiteX12" fmla="*/ 927749 w 927748"/>
                <a:gd name="connsiteY12" fmla="*/ 824330 h 824330"/>
                <a:gd name="connsiteX13" fmla="*/ 927749 w 927748"/>
                <a:gd name="connsiteY13" fmla="*/ 331287 h 824330"/>
                <a:gd name="connsiteX14" fmla="*/ 693327 w 927748"/>
                <a:gd name="connsiteY14" fmla="*/ 331151 h 82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27748" h="824330">
                  <a:moveTo>
                    <a:pt x="693395" y="331287"/>
                  </a:moveTo>
                  <a:cubicBezTo>
                    <a:pt x="661686" y="331287"/>
                    <a:pt x="631473" y="324824"/>
                    <a:pt x="603982" y="313122"/>
                  </a:cubicBezTo>
                  <a:cubicBezTo>
                    <a:pt x="522326" y="278425"/>
                    <a:pt x="470474" y="94869"/>
                    <a:pt x="470406" y="6152"/>
                  </a:cubicBezTo>
                  <a:cubicBezTo>
                    <a:pt x="470406" y="3227"/>
                    <a:pt x="468093" y="301"/>
                    <a:pt x="465166" y="29"/>
                  </a:cubicBezTo>
                  <a:cubicBezTo>
                    <a:pt x="461696" y="-311"/>
                    <a:pt x="458702" y="2411"/>
                    <a:pt x="458702" y="5812"/>
                  </a:cubicBezTo>
                  <a:lnTo>
                    <a:pt x="458702" y="6084"/>
                  </a:lnTo>
                  <a:cubicBezTo>
                    <a:pt x="458702" y="85548"/>
                    <a:pt x="417533" y="262437"/>
                    <a:pt x="348399" y="301625"/>
                  </a:cubicBezTo>
                  <a:cubicBezTo>
                    <a:pt x="315193" y="320470"/>
                    <a:pt x="276745" y="331219"/>
                    <a:pt x="235781" y="331219"/>
                  </a:cubicBezTo>
                  <a:lnTo>
                    <a:pt x="235781" y="331219"/>
                  </a:lnTo>
                  <a:cubicBezTo>
                    <a:pt x="105540" y="331287"/>
                    <a:pt x="0" y="436876"/>
                    <a:pt x="0" y="567094"/>
                  </a:cubicBezTo>
                  <a:lnTo>
                    <a:pt x="0" y="588456"/>
                  </a:lnTo>
                  <a:cubicBezTo>
                    <a:pt x="0" y="718741"/>
                    <a:pt x="105609" y="824330"/>
                    <a:pt x="235917" y="824330"/>
                  </a:cubicBezTo>
                  <a:lnTo>
                    <a:pt x="927749" y="824330"/>
                  </a:lnTo>
                  <a:cubicBezTo>
                    <a:pt x="927749" y="824330"/>
                    <a:pt x="927749" y="331287"/>
                    <a:pt x="927749" y="331287"/>
                  </a:cubicBezTo>
                  <a:lnTo>
                    <a:pt x="693327" y="331151"/>
                  </a:lnTo>
                  <a:close/>
                </a:path>
              </a:pathLst>
            </a:custGeom>
            <a:solidFill>
              <a:schemeClr val="accent2"/>
            </a:solidFill>
            <a:ln w="6804" cap="flat">
              <a:noFill/>
              <a:prstDash val="solid"/>
              <a:miter/>
            </a:ln>
          </p:spPr>
          <p:txBody>
            <a:bodyPr rtlCol="0" anchor="ctr"/>
            <a:lstStyle/>
            <a:p>
              <a:endParaRPr lang="fr-FR"/>
            </a:p>
          </p:txBody>
        </p:sp>
        <p:sp>
          <p:nvSpPr>
            <p:cNvPr id="5" name="Forme libre 4">
              <a:extLst>
                <a:ext uri="{FF2B5EF4-FFF2-40B4-BE49-F238E27FC236}">
                  <a16:creationId xmlns:a16="http://schemas.microsoft.com/office/drawing/2014/main" id="{164620EA-0785-DEFE-06D1-351783BD32E0}"/>
                </a:ext>
              </a:extLst>
            </p:cNvPr>
            <p:cNvSpPr/>
            <p:nvPr/>
          </p:nvSpPr>
          <p:spPr>
            <a:xfrm>
              <a:off x="2624007" y="2950268"/>
              <a:ext cx="1688715" cy="1500819"/>
            </a:xfrm>
            <a:custGeom>
              <a:avLst/>
              <a:gdLst>
                <a:gd name="connsiteX0" fmla="*/ 234352 w 927747"/>
                <a:gd name="connsiteY0" fmla="*/ 493179 h 824521"/>
                <a:gd name="connsiteX1" fmla="*/ 323765 w 927747"/>
                <a:gd name="connsiteY1" fmla="*/ 511344 h 824521"/>
                <a:gd name="connsiteX2" fmla="*/ 457341 w 927747"/>
                <a:gd name="connsiteY2" fmla="*/ 818382 h 824521"/>
                <a:gd name="connsiteX3" fmla="*/ 462172 w 927747"/>
                <a:gd name="connsiteY3" fmla="*/ 824437 h 824521"/>
                <a:gd name="connsiteX4" fmla="*/ 468977 w 927747"/>
                <a:gd name="connsiteY4" fmla="*/ 818723 h 824521"/>
                <a:gd name="connsiteX5" fmla="*/ 468977 w 927747"/>
                <a:gd name="connsiteY5" fmla="*/ 818382 h 824521"/>
                <a:gd name="connsiteX6" fmla="*/ 602552 w 927747"/>
                <a:gd name="connsiteY6" fmla="*/ 511344 h 824521"/>
                <a:gd name="connsiteX7" fmla="*/ 691966 w 927747"/>
                <a:gd name="connsiteY7" fmla="*/ 493179 h 824521"/>
                <a:gd name="connsiteX8" fmla="*/ 927747 w 927747"/>
                <a:gd name="connsiteY8" fmla="*/ 493043 h 824521"/>
                <a:gd name="connsiteX9" fmla="*/ 927747 w 927747"/>
                <a:gd name="connsiteY9" fmla="*/ 0 h 824521"/>
                <a:gd name="connsiteX10" fmla="*/ 0 w 927747"/>
                <a:gd name="connsiteY10" fmla="*/ 0 h 824521"/>
                <a:gd name="connsiteX11" fmla="*/ 0 w 927747"/>
                <a:gd name="connsiteY11" fmla="*/ 493043 h 824521"/>
                <a:gd name="connsiteX12" fmla="*/ 234420 w 927747"/>
                <a:gd name="connsiteY12" fmla="*/ 493179 h 82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747" h="824521">
                  <a:moveTo>
                    <a:pt x="234352" y="493179"/>
                  </a:moveTo>
                  <a:cubicBezTo>
                    <a:pt x="266061" y="493179"/>
                    <a:pt x="296274" y="499642"/>
                    <a:pt x="323765" y="511344"/>
                  </a:cubicBezTo>
                  <a:cubicBezTo>
                    <a:pt x="405421" y="546042"/>
                    <a:pt x="457341" y="729598"/>
                    <a:pt x="457341" y="818382"/>
                  </a:cubicBezTo>
                  <a:cubicBezTo>
                    <a:pt x="457341" y="821308"/>
                    <a:pt x="459315" y="823961"/>
                    <a:pt x="462172" y="824437"/>
                  </a:cubicBezTo>
                  <a:cubicBezTo>
                    <a:pt x="465847" y="825050"/>
                    <a:pt x="468977" y="822260"/>
                    <a:pt x="468977" y="818723"/>
                  </a:cubicBezTo>
                  <a:lnTo>
                    <a:pt x="468977" y="818382"/>
                  </a:lnTo>
                  <a:cubicBezTo>
                    <a:pt x="468977" y="729666"/>
                    <a:pt x="520828" y="546110"/>
                    <a:pt x="602552" y="511344"/>
                  </a:cubicBezTo>
                  <a:cubicBezTo>
                    <a:pt x="630043" y="499642"/>
                    <a:pt x="660255" y="493179"/>
                    <a:pt x="691966" y="493179"/>
                  </a:cubicBezTo>
                  <a:lnTo>
                    <a:pt x="927747" y="493043"/>
                  </a:lnTo>
                  <a:lnTo>
                    <a:pt x="927747" y="0"/>
                  </a:lnTo>
                  <a:lnTo>
                    <a:pt x="0" y="0"/>
                  </a:lnTo>
                  <a:lnTo>
                    <a:pt x="0" y="493043"/>
                  </a:lnTo>
                  <a:lnTo>
                    <a:pt x="234420" y="493179"/>
                  </a:lnTo>
                  <a:close/>
                </a:path>
              </a:pathLst>
            </a:custGeom>
            <a:solidFill>
              <a:schemeClr val="accent5"/>
            </a:solidFill>
            <a:ln w="6804" cap="flat">
              <a:noFill/>
              <a:prstDash val="solid"/>
              <a:miter/>
            </a:ln>
          </p:spPr>
          <p:txBody>
            <a:bodyPr rtlCol="0" anchor="ctr"/>
            <a:lstStyle/>
            <a:p>
              <a:endParaRPr lang="fr-FR"/>
            </a:p>
          </p:txBody>
        </p:sp>
        <p:sp>
          <p:nvSpPr>
            <p:cNvPr id="6" name="Forme libre 5">
              <a:extLst>
                <a:ext uri="{FF2B5EF4-FFF2-40B4-BE49-F238E27FC236}">
                  <a16:creationId xmlns:a16="http://schemas.microsoft.com/office/drawing/2014/main" id="{8FF87028-C063-37D2-05D5-ECE7EBEA6C4C}"/>
                </a:ext>
              </a:extLst>
            </p:cNvPr>
            <p:cNvSpPr/>
            <p:nvPr/>
          </p:nvSpPr>
          <p:spPr>
            <a:xfrm>
              <a:off x="4372028" y="2346899"/>
              <a:ext cx="1688715" cy="1500821"/>
            </a:xfrm>
            <a:custGeom>
              <a:avLst/>
              <a:gdLst>
                <a:gd name="connsiteX0" fmla="*/ 693395 w 927747"/>
                <a:gd name="connsiteY0" fmla="*/ 331343 h 824522"/>
                <a:gd name="connsiteX1" fmla="*/ 603981 w 927747"/>
                <a:gd name="connsiteY1" fmla="*/ 313178 h 824522"/>
                <a:gd name="connsiteX2" fmla="*/ 470406 w 927747"/>
                <a:gd name="connsiteY2" fmla="*/ 6140 h 824522"/>
                <a:gd name="connsiteX3" fmla="*/ 465575 w 927747"/>
                <a:gd name="connsiteY3" fmla="*/ 85 h 824522"/>
                <a:gd name="connsiteX4" fmla="*/ 458770 w 927747"/>
                <a:gd name="connsiteY4" fmla="*/ 5800 h 824522"/>
                <a:gd name="connsiteX5" fmla="*/ 458770 w 927747"/>
                <a:gd name="connsiteY5" fmla="*/ 6140 h 824522"/>
                <a:gd name="connsiteX6" fmla="*/ 325194 w 927747"/>
                <a:gd name="connsiteY6" fmla="*/ 313178 h 824522"/>
                <a:gd name="connsiteX7" fmla="*/ 235781 w 927747"/>
                <a:gd name="connsiteY7" fmla="*/ 331343 h 824522"/>
                <a:gd name="connsiteX8" fmla="*/ 0 w 927747"/>
                <a:gd name="connsiteY8" fmla="*/ 331479 h 824522"/>
                <a:gd name="connsiteX9" fmla="*/ 0 w 927747"/>
                <a:gd name="connsiteY9" fmla="*/ 824523 h 824522"/>
                <a:gd name="connsiteX10" fmla="*/ 927747 w 927747"/>
                <a:gd name="connsiteY10" fmla="*/ 824523 h 824522"/>
                <a:gd name="connsiteX11" fmla="*/ 927747 w 927747"/>
                <a:gd name="connsiteY11" fmla="*/ 331479 h 824522"/>
                <a:gd name="connsiteX12" fmla="*/ 693327 w 927747"/>
                <a:gd name="connsiteY12" fmla="*/ 331343 h 82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747" h="824522">
                  <a:moveTo>
                    <a:pt x="693395" y="331343"/>
                  </a:moveTo>
                  <a:cubicBezTo>
                    <a:pt x="661686" y="331343"/>
                    <a:pt x="631472" y="324880"/>
                    <a:pt x="603981" y="313178"/>
                  </a:cubicBezTo>
                  <a:cubicBezTo>
                    <a:pt x="522325" y="278481"/>
                    <a:pt x="470406" y="94925"/>
                    <a:pt x="470406" y="6140"/>
                  </a:cubicBezTo>
                  <a:cubicBezTo>
                    <a:pt x="470406" y="3215"/>
                    <a:pt x="468432" y="561"/>
                    <a:pt x="465575" y="85"/>
                  </a:cubicBezTo>
                  <a:cubicBezTo>
                    <a:pt x="461900" y="-527"/>
                    <a:pt x="458770" y="2262"/>
                    <a:pt x="458770" y="5800"/>
                  </a:cubicBezTo>
                  <a:lnTo>
                    <a:pt x="458770" y="6140"/>
                  </a:lnTo>
                  <a:cubicBezTo>
                    <a:pt x="458770" y="94857"/>
                    <a:pt x="406918" y="278413"/>
                    <a:pt x="325194" y="313178"/>
                  </a:cubicBezTo>
                  <a:cubicBezTo>
                    <a:pt x="297704" y="324880"/>
                    <a:pt x="267490" y="331343"/>
                    <a:pt x="235781" y="331343"/>
                  </a:cubicBezTo>
                  <a:lnTo>
                    <a:pt x="0" y="331479"/>
                  </a:lnTo>
                  <a:lnTo>
                    <a:pt x="0" y="824523"/>
                  </a:lnTo>
                  <a:lnTo>
                    <a:pt x="927747" y="824523"/>
                  </a:lnTo>
                  <a:lnTo>
                    <a:pt x="927747" y="331479"/>
                  </a:lnTo>
                  <a:lnTo>
                    <a:pt x="693327" y="331343"/>
                  </a:lnTo>
                  <a:close/>
                </a:path>
              </a:pathLst>
            </a:custGeom>
            <a:solidFill>
              <a:schemeClr val="accent4"/>
            </a:solidFill>
            <a:ln w="6804" cap="flat">
              <a:noFill/>
              <a:prstDash val="solid"/>
              <a:miter/>
            </a:ln>
          </p:spPr>
          <p:txBody>
            <a:bodyPr rtlCol="0" anchor="ctr"/>
            <a:lstStyle/>
            <a:p>
              <a:endParaRPr lang="fr-FR"/>
            </a:p>
          </p:txBody>
        </p:sp>
        <p:sp>
          <p:nvSpPr>
            <p:cNvPr id="7" name="Forme libre 6">
              <a:extLst>
                <a:ext uri="{FF2B5EF4-FFF2-40B4-BE49-F238E27FC236}">
                  <a16:creationId xmlns:a16="http://schemas.microsoft.com/office/drawing/2014/main" id="{6D5D2758-A732-CBA2-33CA-4996F2B2746D}"/>
                </a:ext>
              </a:extLst>
            </p:cNvPr>
            <p:cNvSpPr/>
            <p:nvPr/>
          </p:nvSpPr>
          <p:spPr>
            <a:xfrm>
              <a:off x="6128330" y="2950268"/>
              <a:ext cx="1688717" cy="1500819"/>
            </a:xfrm>
            <a:custGeom>
              <a:avLst/>
              <a:gdLst>
                <a:gd name="connsiteX0" fmla="*/ 234354 w 927748"/>
                <a:gd name="connsiteY0" fmla="*/ 493179 h 824521"/>
                <a:gd name="connsiteX1" fmla="*/ 323767 w 927748"/>
                <a:gd name="connsiteY1" fmla="*/ 511344 h 824521"/>
                <a:gd name="connsiteX2" fmla="*/ 457341 w 927748"/>
                <a:gd name="connsiteY2" fmla="*/ 818382 h 824521"/>
                <a:gd name="connsiteX3" fmla="*/ 462174 w 927748"/>
                <a:gd name="connsiteY3" fmla="*/ 824437 h 824521"/>
                <a:gd name="connsiteX4" fmla="*/ 468979 w 927748"/>
                <a:gd name="connsiteY4" fmla="*/ 818723 h 824521"/>
                <a:gd name="connsiteX5" fmla="*/ 468979 w 927748"/>
                <a:gd name="connsiteY5" fmla="*/ 818382 h 824521"/>
                <a:gd name="connsiteX6" fmla="*/ 602554 w 927748"/>
                <a:gd name="connsiteY6" fmla="*/ 511344 h 824521"/>
                <a:gd name="connsiteX7" fmla="*/ 691968 w 927748"/>
                <a:gd name="connsiteY7" fmla="*/ 493179 h 824521"/>
                <a:gd name="connsiteX8" fmla="*/ 927749 w 927748"/>
                <a:gd name="connsiteY8" fmla="*/ 493043 h 824521"/>
                <a:gd name="connsiteX9" fmla="*/ 927749 w 927748"/>
                <a:gd name="connsiteY9" fmla="*/ 0 h 824521"/>
                <a:gd name="connsiteX10" fmla="*/ 0 w 927748"/>
                <a:gd name="connsiteY10" fmla="*/ 0 h 824521"/>
                <a:gd name="connsiteX11" fmla="*/ 0 w 927748"/>
                <a:gd name="connsiteY11" fmla="*/ 493043 h 824521"/>
                <a:gd name="connsiteX12" fmla="*/ 234420 w 927748"/>
                <a:gd name="connsiteY12" fmla="*/ 493179 h 82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748" h="824521">
                  <a:moveTo>
                    <a:pt x="234354" y="493179"/>
                  </a:moveTo>
                  <a:cubicBezTo>
                    <a:pt x="266063" y="493179"/>
                    <a:pt x="296275" y="499642"/>
                    <a:pt x="323767" y="511344"/>
                  </a:cubicBezTo>
                  <a:cubicBezTo>
                    <a:pt x="405423" y="546042"/>
                    <a:pt x="457341" y="729598"/>
                    <a:pt x="457341" y="818382"/>
                  </a:cubicBezTo>
                  <a:cubicBezTo>
                    <a:pt x="457341" y="821308"/>
                    <a:pt x="459315" y="823961"/>
                    <a:pt x="462174" y="824437"/>
                  </a:cubicBezTo>
                  <a:cubicBezTo>
                    <a:pt x="465847" y="825050"/>
                    <a:pt x="468979" y="822260"/>
                    <a:pt x="468979" y="818723"/>
                  </a:cubicBezTo>
                  <a:lnTo>
                    <a:pt x="468979" y="818382"/>
                  </a:lnTo>
                  <a:cubicBezTo>
                    <a:pt x="468979" y="729666"/>
                    <a:pt x="520829" y="546110"/>
                    <a:pt x="602554" y="511344"/>
                  </a:cubicBezTo>
                  <a:cubicBezTo>
                    <a:pt x="630045" y="499642"/>
                    <a:pt x="660257" y="493179"/>
                    <a:pt x="691968" y="493179"/>
                  </a:cubicBezTo>
                  <a:lnTo>
                    <a:pt x="927749" y="493043"/>
                  </a:lnTo>
                  <a:lnTo>
                    <a:pt x="927749" y="0"/>
                  </a:lnTo>
                  <a:lnTo>
                    <a:pt x="0" y="0"/>
                  </a:lnTo>
                  <a:lnTo>
                    <a:pt x="0" y="493043"/>
                  </a:lnTo>
                  <a:lnTo>
                    <a:pt x="234420" y="493179"/>
                  </a:lnTo>
                  <a:close/>
                </a:path>
              </a:pathLst>
            </a:custGeom>
            <a:solidFill>
              <a:schemeClr val="accent1"/>
            </a:solidFill>
            <a:ln w="6804" cap="flat">
              <a:noFill/>
              <a:prstDash val="solid"/>
              <a:miter/>
            </a:ln>
          </p:spPr>
          <p:txBody>
            <a:bodyPr rtlCol="0" anchor="ctr"/>
            <a:lstStyle/>
            <a:p>
              <a:endParaRPr lang="fr-FR"/>
            </a:p>
          </p:txBody>
        </p:sp>
        <p:sp>
          <p:nvSpPr>
            <p:cNvPr id="8" name="Forme libre 7">
              <a:extLst>
                <a:ext uri="{FF2B5EF4-FFF2-40B4-BE49-F238E27FC236}">
                  <a16:creationId xmlns:a16="http://schemas.microsoft.com/office/drawing/2014/main" id="{32EB54C6-815C-F26B-E03C-7286E27AA040}"/>
                </a:ext>
              </a:extLst>
            </p:cNvPr>
            <p:cNvSpPr/>
            <p:nvPr/>
          </p:nvSpPr>
          <p:spPr>
            <a:xfrm>
              <a:off x="7880311" y="2346899"/>
              <a:ext cx="1688717" cy="1500821"/>
            </a:xfrm>
            <a:custGeom>
              <a:avLst/>
              <a:gdLst>
                <a:gd name="connsiteX0" fmla="*/ 693397 w 927748"/>
                <a:gd name="connsiteY0" fmla="*/ 331343 h 824522"/>
                <a:gd name="connsiteX1" fmla="*/ 603982 w 927748"/>
                <a:gd name="connsiteY1" fmla="*/ 313178 h 824522"/>
                <a:gd name="connsiteX2" fmla="*/ 470407 w 927748"/>
                <a:gd name="connsiteY2" fmla="*/ 6140 h 824522"/>
                <a:gd name="connsiteX3" fmla="*/ 465576 w 927748"/>
                <a:gd name="connsiteY3" fmla="*/ 85 h 824522"/>
                <a:gd name="connsiteX4" fmla="*/ 458772 w 927748"/>
                <a:gd name="connsiteY4" fmla="*/ 5800 h 824522"/>
                <a:gd name="connsiteX5" fmla="*/ 458772 w 927748"/>
                <a:gd name="connsiteY5" fmla="*/ 6140 h 824522"/>
                <a:gd name="connsiteX6" fmla="*/ 325195 w 927748"/>
                <a:gd name="connsiteY6" fmla="*/ 313178 h 824522"/>
                <a:gd name="connsiteX7" fmla="*/ 235783 w 927748"/>
                <a:gd name="connsiteY7" fmla="*/ 331343 h 824522"/>
                <a:gd name="connsiteX8" fmla="*/ 0 w 927748"/>
                <a:gd name="connsiteY8" fmla="*/ 331479 h 824522"/>
                <a:gd name="connsiteX9" fmla="*/ 0 w 927748"/>
                <a:gd name="connsiteY9" fmla="*/ 824523 h 824522"/>
                <a:gd name="connsiteX10" fmla="*/ 927749 w 927748"/>
                <a:gd name="connsiteY10" fmla="*/ 824523 h 824522"/>
                <a:gd name="connsiteX11" fmla="*/ 927749 w 927748"/>
                <a:gd name="connsiteY11" fmla="*/ 331479 h 824522"/>
                <a:gd name="connsiteX12" fmla="*/ 693328 w 927748"/>
                <a:gd name="connsiteY12" fmla="*/ 331343 h 82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7748" h="824522">
                  <a:moveTo>
                    <a:pt x="693397" y="331343"/>
                  </a:moveTo>
                  <a:cubicBezTo>
                    <a:pt x="661686" y="331343"/>
                    <a:pt x="631473" y="324880"/>
                    <a:pt x="603982" y="313178"/>
                  </a:cubicBezTo>
                  <a:cubicBezTo>
                    <a:pt x="522326" y="278481"/>
                    <a:pt x="470407" y="94925"/>
                    <a:pt x="470407" y="6140"/>
                  </a:cubicBezTo>
                  <a:cubicBezTo>
                    <a:pt x="470407" y="3215"/>
                    <a:pt x="468434" y="561"/>
                    <a:pt x="465576" y="85"/>
                  </a:cubicBezTo>
                  <a:cubicBezTo>
                    <a:pt x="461902" y="-527"/>
                    <a:pt x="458772" y="2262"/>
                    <a:pt x="458772" y="5800"/>
                  </a:cubicBezTo>
                  <a:lnTo>
                    <a:pt x="458772" y="6140"/>
                  </a:lnTo>
                  <a:cubicBezTo>
                    <a:pt x="458772" y="94857"/>
                    <a:pt x="406919" y="278413"/>
                    <a:pt x="325195" y="313178"/>
                  </a:cubicBezTo>
                  <a:cubicBezTo>
                    <a:pt x="297704" y="324880"/>
                    <a:pt x="267492" y="331343"/>
                    <a:pt x="235783" y="331343"/>
                  </a:cubicBezTo>
                  <a:lnTo>
                    <a:pt x="0" y="331479"/>
                  </a:lnTo>
                  <a:lnTo>
                    <a:pt x="0" y="824523"/>
                  </a:lnTo>
                  <a:lnTo>
                    <a:pt x="927749" y="824523"/>
                  </a:lnTo>
                  <a:lnTo>
                    <a:pt x="927749" y="331479"/>
                  </a:lnTo>
                  <a:lnTo>
                    <a:pt x="693328" y="331343"/>
                  </a:lnTo>
                  <a:close/>
                </a:path>
              </a:pathLst>
            </a:custGeom>
            <a:solidFill>
              <a:srgbClr val="805AAB"/>
            </a:solidFill>
            <a:ln w="6804"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29BFD757-78F9-3F10-39EB-2340B7F36CD8}"/>
                </a:ext>
              </a:extLst>
            </p:cNvPr>
            <p:cNvSpPr/>
            <p:nvPr/>
          </p:nvSpPr>
          <p:spPr>
            <a:xfrm>
              <a:off x="9636699" y="2950268"/>
              <a:ext cx="1688715" cy="1500470"/>
            </a:xfrm>
            <a:custGeom>
              <a:avLst/>
              <a:gdLst>
                <a:gd name="connsiteX0" fmla="*/ 234352 w 927747"/>
                <a:gd name="connsiteY0" fmla="*/ 493043 h 824329"/>
                <a:gd name="connsiteX1" fmla="*/ 323765 w 927747"/>
                <a:gd name="connsiteY1" fmla="*/ 511208 h 824329"/>
                <a:gd name="connsiteX2" fmla="*/ 457341 w 927747"/>
                <a:gd name="connsiteY2" fmla="*/ 818178 h 824329"/>
                <a:gd name="connsiteX3" fmla="*/ 462581 w 927747"/>
                <a:gd name="connsiteY3" fmla="*/ 824301 h 824329"/>
                <a:gd name="connsiteX4" fmla="*/ 469045 w 927747"/>
                <a:gd name="connsiteY4" fmla="*/ 818518 h 824329"/>
                <a:gd name="connsiteX5" fmla="*/ 469045 w 927747"/>
                <a:gd name="connsiteY5" fmla="*/ 818246 h 824329"/>
                <a:gd name="connsiteX6" fmla="*/ 579349 w 927747"/>
                <a:gd name="connsiteY6" fmla="*/ 522706 h 824329"/>
                <a:gd name="connsiteX7" fmla="*/ 691966 w 927747"/>
                <a:gd name="connsiteY7" fmla="*/ 493111 h 824329"/>
                <a:gd name="connsiteX8" fmla="*/ 691966 w 927747"/>
                <a:gd name="connsiteY8" fmla="*/ 493111 h 824329"/>
                <a:gd name="connsiteX9" fmla="*/ 927747 w 927747"/>
                <a:gd name="connsiteY9" fmla="*/ 257237 h 824329"/>
                <a:gd name="connsiteX10" fmla="*/ 927747 w 927747"/>
                <a:gd name="connsiteY10" fmla="*/ 235874 h 824329"/>
                <a:gd name="connsiteX11" fmla="*/ 691830 w 927747"/>
                <a:gd name="connsiteY11" fmla="*/ 0 h 824329"/>
                <a:gd name="connsiteX12" fmla="*/ 0 w 927747"/>
                <a:gd name="connsiteY12" fmla="*/ 0 h 824329"/>
                <a:gd name="connsiteX13" fmla="*/ 0 w 927747"/>
                <a:gd name="connsiteY13" fmla="*/ 493043 h 824329"/>
                <a:gd name="connsiteX14" fmla="*/ 234420 w 927747"/>
                <a:gd name="connsiteY14" fmla="*/ 493179 h 82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27747" h="824329">
                  <a:moveTo>
                    <a:pt x="234352" y="493043"/>
                  </a:moveTo>
                  <a:cubicBezTo>
                    <a:pt x="266061" y="493043"/>
                    <a:pt x="296274" y="499506"/>
                    <a:pt x="323765" y="511208"/>
                  </a:cubicBezTo>
                  <a:cubicBezTo>
                    <a:pt x="405421" y="545906"/>
                    <a:pt x="457273" y="729462"/>
                    <a:pt x="457341" y="818178"/>
                  </a:cubicBezTo>
                  <a:cubicBezTo>
                    <a:pt x="457341" y="821104"/>
                    <a:pt x="459654" y="824029"/>
                    <a:pt x="462581" y="824301"/>
                  </a:cubicBezTo>
                  <a:cubicBezTo>
                    <a:pt x="466052" y="824641"/>
                    <a:pt x="469045" y="821920"/>
                    <a:pt x="469045" y="818518"/>
                  </a:cubicBezTo>
                  <a:lnTo>
                    <a:pt x="469045" y="818246"/>
                  </a:lnTo>
                  <a:cubicBezTo>
                    <a:pt x="469045" y="738782"/>
                    <a:pt x="510214" y="561894"/>
                    <a:pt x="579349" y="522706"/>
                  </a:cubicBezTo>
                  <a:cubicBezTo>
                    <a:pt x="612556" y="503860"/>
                    <a:pt x="651002" y="493111"/>
                    <a:pt x="691966" y="493111"/>
                  </a:cubicBezTo>
                  <a:lnTo>
                    <a:pt x="691966" y="493111"/>
                  </a:lnTo>
                  <a:cubicBezTo>
                    <a:pt x="822207" y="493043"/>
                    <a:pt x="927747" y="387454"/>
                    <a:pt x="927747" y="257237"/>
                  </a:cubicBezTo>
                  <a:lnTo>
                    <a:pt x="927747" y="235874"/>
                  </a:lnTo>
                  <a:cubicBezTo>
                    <a:pt x="927747" y="105588"/>
                    <a:pt x="822139" y="0"/>
                    <a:pt x="691830" y="0"/>
                  </a:cubicBezTo>
                  <a:lnTo>
                    <a:pt x="0" y="0"/>
                  </a:lnTo>
                  <a:lnTo>
                    <a:pt x="0" y="493043"/>
                  </a:lnTo>
                  <a:lnTo>
                    <a:pt x="234420" y="493179"/>
                  </a:lnTo>
                  <a:close/>
                </a:path>
              </a:pathLst>
            </a:custGeom>
            <a:solidFill>
              <a:srgbClr val="F595A6"/>
            </a:solidFill>
            <a:ln w="6804" cap="flat">
              <a:noFill/>
              <a:prstDash val="solid"/>
              <a:miter/>
            </a:ln>
          </p:spPr>
          <p:txBody>
            <a:bodyPr rtlCol="0" anchor="ctr"/>
            <a:lstStyle/>
            <a:p>
              <a:endParaRPr lang="fr-FR"/>
            </a:p>
          </p:txBody>
        </p:sp>
        <p:sp>
          <p:nvSpPr>
            <p:cNvPr id="12" name="ZoneTexte 11">
              <a:extLst>
                <a:ext uri="{FF2B5EF4-FFF2-40B4-BE49-F238E27FC236}">
                  <a16:creationId xmlns:a16="http://schemas.microsoft.com/office/drawing/2014/main" id="{2EE8D1E1-FDA0-BD9E-A717-3BC2F2EC10D9}"/>
                </a:ext>
              </a:extLst>
            </p:cNvPr>
            <p:cNvSpPr txBox="1"/>
            <p:nvPr/>
          </p:nvSpPr>
          <p:spPr>
            <a:xfrm>
              <a:off x="940353" y="3106605"/>
              <a:ext cx="601447" cy="584775"/>
            </a:xfrm>
            <a:prstGeom prst="rect">
              <a:avLst/>
            </a:prstGeom>
            <a:noFill/>
          </p:spPr>
          <p:txBody>
            <a:bodyPr wrap="none" rtlCol="0">
              <a:spAutoFit/>
            </a:bodyPr>
            <a:lstStyle/>
            <a:p>
              <a:r>
                <a:rPr lang="fr-FR" sz="3200" b="1" dirty="0"/>
                <a:t>01</a:t>
              </a:r>
            </a:p>
          </p:txBody>
        </p:sp>
        <p:sp>
          <p:nvSpPr>
            <p:cNvPr id="13" name="ZoneTexte 12">
              <a:extLst>
                <a:ext uri="{FF2B5EF4-FFF2-40B4-BE49-F238E27FC236}">
                  <a16:creationId xmlns:a16="http://schemas.microsoft.com/office/drawing/2014/main" id="{9BFF6871-3BE1-4A0F-6021-9B2CA0B8B0DF}"/>
                </a:ext>
              </a:extLst>
            </p:cNvPr>
            <p:cNvSpPr txBox="1"/>
            <p:nvPr/>
          </p:nvSpPr>
          <p:spPr>
            <a:xfrm>
              <a:off x="2678386" y="3106605"/>
              <a:ext cx="601447" cy="584775"/>
            </a:xfrm>
            <a:prstGeom prst="rect">
              <a:avLst/>
            </a:prstGeom>
            <a:noFill/>
          </p:spPr>
          <p:txBody>
            <a:bodyPr wrap="none" rtlCol="0">
              <a:spAutoFit/>
            </a:bodyPr>
            <a:lstStyle/>
            <a:p>
              <a:r>
                <a:rPr lang="fr-FR" sz="3200" b="1" dirty="0"/>
                <a:t>02</a:t>
              </a:r>
            </a:p>
          </p:txBody>
        </p:sp>
        <p:sp>
          <p:nvSpPr>
            <p:cNvPr id="14" name="ZoneTexte 13">
              <a:extLst>
                <a:ext uri="{FF2B5EF4-FFF2-40B4-BE49-F238E27FC236}">
                  <a16:creationId xmlns:a16="http://schemas.microsoft.com/office/drawing/2014/main" id="{0E6B1D0F-B0EA-F811-6636-E9D228461FB6}"/>
                </a:ext>
              </a:extLst>
            </p:cNvPr>
            <p:cNvSpPr txBox="1"/>
            <p:nvPr/>
          </p:nvSpPr>
          <p:spPr>
            <a:xfrm>
              <a:off x="4416419" y="3106605"/>
              <a:ext cx="601447" cy="584775"/>
            </a:xfrm>
            <a:prstGeom prst="rect">
              <a:avLst/>
            </a:prstGeom>
            <a:noFill/>
          </p:spPr>
          <p:txBody>
            <a:bodyPr wrap="none" rtlCol="0">
              <a:spAutoFit/>
            </a:bodyPr>
            <a:lstStyle/>
            <a:p>
              <a:r>
                <a:rPr lang="fr-FR" sz="3200" b="1" dirty="0"/>
                <a:t>03</a:t>
              </a:r>
            </a:p>
          </p:txBody>
        </p:sp>
        <p:sp>
          <p:nvSpPr>
            <p:cNvPr id="15" name="ZoneTexte 14">
              <a:extLst>
                <a:ext uri="{FF2B5EF4-FFF2-40B4-BE49-F238E27FC236}">
                  <a16:creationId xmlns:a16="http://schemas.microsoft.com/office/drawing/2014/main" id="{C2E32F4E-BFAF-32FD-6DE5-E5F9F70D2407}"/>
                </a:ext>
              </a:extLst>
            </p:cNvPr>
            <p:cNvSpPr txBox="1"/>
            <p:nvPr/>
          </p:nvSpPr>
          <p:spPr>
            <a:xfrm>
              <a:off x="6154452" y="3106605"/>
              <a:ext cx="601447" cy="584775"/>
            </a:xfrm>
            <a:prstGeom prst="rect">
              <a:avLst/>
            </a:prstGeom>
            <a:noFill/>
          </p:spPr>
          <p:txBody>
            <a:bodyPr wrap="none" rtlCol="0">
              <a:spAutoFit/>
            </a:bodyPr>
            <a:lstStyle/>
            <a:p>
              <a:r>
                <a:rPr lang="fr-FR" sz="3200" b="1" dirty="0"/>
                <a:t>04</a:t>
              </a:r>
            </a:p>
          </p:txBody>
        </p:sp>
        <p:sp>
          <p:nvSpPr>
            <p:cNvPr id="16" name="ZoneTexte 15">
              <a:extLst>
                <a:ext uri="{FF2B5EF4-FFF2-40B4-BE49-F238E27FC236}">
                  <a16:creationId xmlns:a16="http://schemas.microsoft.com/office/drawing/2014/main" id="{B34DA92E-41EE-5544-FCD0-A45203884287}"/>
                </a:ext>
              </a:extLst>
            </p:cNvPr>
            <p:cNvSpPr txBox="1"/>
            <p:nvPr/>
          </p:nvSpPr>
          <p:spPr>
            <a:xfrm>
              <a:off x="7892485" y="3106605"/>
              <a:ext cx="601447" cy="584775"/>
            </a:xfrm>
            <a:prstGeom prst="rect">
              <a:avLst/>
            </a:prstGeom>
            <a:noFill/>
          </p:spPr>
          <p:txBody>
            <a:bodyPr wrap="none" rtlCol="0">
              <a:spAutoFit/>
            </a:bodyPr>
            <a:lstStyle/>
            <a:p>
              <a:r>
                <a:rPr lang="fr-FR" sz="3200" b="1" dirty="0">
                  <a:solidFill>
                    <a:schemeClr val="bg1"/>
                  </a:solidFill>
                </a:rPr>
                <a:t>05</a:t>
              </a:r>
            </a:p>
          </p:txBody>
        </p:sp>
        <p:sp>
          <p:nvSpPr>
            <p:cNvPr id="17" name="ZoneTexte 16">
              <a:extLst>
                <a:ext uri="{FF2B5EF4-FFF2-40B4-BE49-F238E27FC236}">
                  <a16:creationId xmlns:a16="http://schemas.microsoft.com/office/drawing/2014/main" id="{57F9AABE-A853-37E7-C72E-2392DBC0172E}"/>
                </a:ext>
              </a:extLst>
            </p:cNvPr>
            <p:cNvSpPr txBox="1"/>
            <p:nvPr/>
          </p:nvSpPr>
          <p:spPr>
            <a:xfrm>
              <a:off x="9630518" y="3106605"/>
              <a:ext cx="601447" cy="584775"/>
            </a:xfrm>
            <a:prstGeom prst="rect">
              <a:avLst/>
            </a:prstGeom>
            <a:noFill/>
          </p:spPr>
          <p:txBody>
            <a:bodyPr wrap="none" rtlCol="0">
              <a:spAutoFit/>
            </a:bodyPr>
            <a:lstStyle/>
            <a:p>
              <a:r>
                <a:rPr lang="fr-FR" sz="3200" b="1" dirty="0"/>
                <a:t>06</a:t>
              </a:r>
            </a:p>
          </p:txBody>
        </p:sp>
        <p:pic>
          <p:nvPicPr>
            <p:cNvPr id="33" name="Graphic 12" descr="Brainstorm with solid fill">
              <a:extLst>
                <a:ext uri="{FF2B5EF4-FFF2-40B4-BE49-F238E27FC236}">
                  <a16:creationId xmlns:a16="http://schemas.microsoft.com/office/drawing/2014/main" id="{F59A7F01-40BF-E717-E2DC-98145F3687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0168" y="3136935"/>
              <a:ext cx="524114" cy="524114"/>
            </a:xfrm>
            <a:prstGeom prst="rect">
              <a:avLst/>
            </a:prstGeom>
          </p:spPr>
        </p:pic>
        <p:pic>
          <p:nvPicPr>
            <p:cNvPr id="34" name="Graphic 13" descr="Bullseye with solid fill">
              <a:extLst>
                <a:ext uri="{FF2B5EF4-FFF2-40B4-BE49-F238E27FC236}">
                  <a16:creationId xmlns:a16="http://schemas.microsoft.com/office/drawing/2014/main" id="{6E2D126F-1758-BC4B-3A27-F38B56AB13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24102" y="3136935"/>
              <a:ext cx="524114" cy="524114"/>
            </a:xfrm>
            <a:prstGeom prst="rect">
              <a:avLst/>
            </a:prstGeom>
          </p:spPr>
        </p:pic>
        <p:pic>
          <p:nvPicPr>
            <p:cNvPr id="35" name="Graphic 14" descr="Database with solid fill">
              <a:extLst>
                <a:ext uri="{FF2B5EF4-FFF2-40B4-BE49-F238E27FC236}">
                  <a16:creationId xmlns:a16="http://schemas.microsoft.com/office/drawing/2014/main" id="{161B0651-2968-CF9F-1C97-F5659B2704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38198" y="3136935"/>
              <a:ext cx="524114" cy="524114"/>
            </a:xfrm>
            <a:prstGeom prst="rect">
              <a:avLst/>
            </a:prstGeom>
          </p:spPr>
        </p:pic>
        <p:pic>
          <p:nvPicPr>
            <p:cNvPr id="36" name="Graphic 15" descr="Gears with solid fill">
              <a:extLst>
                <a:ext uri="{FF2B5EF4-FFF2-40B4-BE49-F238E27FC236}">
                  <a16:creationId xmlns:a16="http://schemas.microsoft.com/office/drawing/2014/main" id="{6E64A793-7FDB-A58D-C6D0-D9C7B1EDDDB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86069" y="3136935"/>
              <a:ext cx="524114" cy="524114"/>
            </a:xfrm>
            <a:prstGeom prst="rect">
              <a:avLst/>
            </a:prstGeom>
          </p:spPr>
        </p:pic>
        <p:pic>
          <p:nvPicPr>
            <p:cNvPr id="37" name="Graphic 17" descr="Lightbulb with solid fill">
              <a:extLst>
                <a:ext uri="{FF2B5EF4-FFF2-40B4-BE49-F238E27FC236}">
                  <a16:creationId xmlns:a16="http://schemas.microsoft.com/office/drawing/2014/main" id="{A89194E0-EB22-9F5B-D85E-D6167C1772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848036" y="3136935"/>
              <a:ext cx="524114" cy="524114"/>
            </a:xfrm>
            <a:prstGeom prst="rect">
              <a:avLst/>
            </a:prstGeom>
          </p:spPr>
        </p:pic>
        <p:pic>
          <p:nvPicPr>
            <p:cNvPr id="38" name="Graphic 18" descr="Research with solid fill">
              <a:extLst>
                <a:ext uri="{FF2B5EF4-FFF2-40B4-BE49-F238E27FC236}">
                  <a16:creationId xmlns:a16="http://schemas.microsoft.com/office/drawing/2014/main" id="{73F20251-098D-7180-54D7-C3DFC7C9D42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062135" y="3136935"/>
              <a:ext cx="524114" cy="524114"/>
            </a:xfrm>
            <a:prstGeom prst="rect">
              <a:avLst/>
            </a:prstGeom>
          </p:spPr>
        </p:pic>
      </p:grpSp>
    </p:spTree>
    <p:extLst>
      <p:ext uri="{BB962C8B-B14F-4D97-AF65-F5344CB8AC3E}">
        <p14:creationId xmlns:p14="http://schemas.microsoft.com/office/powerpoint/2010/main" val="3385348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26"/>
          <p:cNvSpPr txBox="1">
            <a:spLocks noGrp="1"/>
          </p:cNvSpPr>
          <p:nvPr>
            <p:ph type="title"/>
          </p:nvPr>
        </p:nvSpPr>
        <p:spPr>
          <a:xfrm>
            <a:off x="415600" y="309379"/>
            <a:ext cx="11360800" cy="763600"/>
          </a:xfrm>
          <a:prstGeom prst="rect">
            <a:avLst/>
          </a:prstGeom>
        </p:spPr>
        <p:txBody>
          <a:bodyPr spcFirstLastPara="1" vert="horz" wrap="square" lIns="121900" tIns="121900" rIns="121900" bIns="121900" rtlCol="0" anchor="t" anchorCtr="0">
            <a:noAutofit/>
          </a:bodyPr>
          <a:lstStyle/>
          <a:p>
            <a:pPr>
              <a:spcBef>
                <a:spcPts val="0"/>
              </a:spcBef>
              <a:buClr>
                <a:schemeClr val="dk1"/>
              </a:buClr>
              <a:buSzPts val="1100"/>
            </a:pPr>
            <a:r>
              <a:rPr lang="en-IN" sz="4000" b="1" dirty="0">
                <a:solidFill>
                  <a:schemeClr val="accent1"/>
                </a:solidFill>
                <a:latin typeface="Arial"/>
                <a:ea typeface="+mj-lt"/>
                <a:cs typeface="Arial"/>
              </a:rPr>
              <a:t>DEPLOYMENT</a:t>
            </a:r>
            <a:endParaRPr sz="4000" b="1" dirty="0">
              <a:solidFill>
                <a:schemeClr val="accent1"/>
              </a:solidFill>
              <a:latin typeface="Arial"/>
              <a:ea typeface="+mj-lt"/>
              <a:cs typeface="Arial"/>
            </a:endParaRPr>
          </a:p>
          <a:p>
            <a:pPr algn="ctr">
              <a:spcBef>
                <a:spcPts val="0"/>
              </a:spcBef>
            </a:pPr>
            <a:endParaRPr dirty="0"/>
          </a:p>
        </p:txBody>
      </p:sp>
      <p:grpSp>
        <p:nvGrpSpPr>
          <p:cNvPr id="2" name="Group 1">
            <a:extLst>
              <a:ext uri="{FF2B5EF4-FFF2-40B4-BE49-F238E27FC236}">
                <a16:creationId xmlns:a16="http://schemas.microsoft.com/office/drawing/2014/main" id="{185CA33B-B9BA-C344-E086-5617A43AFB7F}"/>
              </a:ext>
            </a:extLst>
          </p:cNvPr>
          <p:cNvGrpSpPr/>
          <p:nvPr/>
        </p:nvGrpSpPr>
        <p:grpSpPr>
          <a:xfrm>
            <a:off x="852050" y="1167455"/>
            <a:ext cx="10275246" cy="4717569"/>
            <a:chOff x="958377" y="1481236"/>
            <a:chExt cx="10275246" cy="4717569"/>
          </a:xfrm>
        </p:grpSpPr>
        <p:sp>
          <p:nvSpPr>
            <p:cNvPr id="509" name="Google Shape;509;p26"/>
            <p:cNvSpPr/>
            <p:nvPr/>
          </p:nvSpPr>
          <p:spPr>
            <a:xfrm>
              <a:off x="1158323" y="2595393"/>
              <a:ext cx="2512800" cy="451200"/>
            </a:xfrm>
            <a:prstGeom prst="rect">
              <a:avLst/>
            </a:prstGeom>
            <a:noFill/>
            <a:ln>
              <a:noFill/>
            </a:ln>
          </p:spPr>
          <p:txBody>
            <a:bodyPr spcFirstLastPara="1" wrap="square" lIns="121900" tIns="121900" rIns="121900" bIns="121900" anchor="ctr" anchorCtr="0">
              <a:noAutofit/>
            </a:bodyPr>
            <a:lstStyle/>
            <a:p>
              <a:r>
                <a:rPr lang="en-IN" sz="2133" b="1" dirty="0">
                  <a:solidFill>
                    <a:schemeClr val="accent5"/>
                  </a:solidFill>
                  <a:ea typeface="Roboto"/>
                  <a:cs typeface="Roboto"/>
                  <a:sym typeface="Roboto"/>
                </a:rPr>
                <a:t>Privacy &amp; Security</a:t>
              </a:r>
              <a:endParaRPr sz="2133" b="1" dirty="0">
                <a:solidFill>
                  <a:schemeClr val="accent5"/>
                </a:solidFill>
                <a:ea typeface="Roboto"/>
                <a:cs typeface="Roboto"/>
                <a:sym typeface="Roboto"/>
              </a:endParaRPr>
            </a:p>
          </p:txBody>
        </p:sp>
        <p:sp>
          <p:nvSpPr>
            <p:cNvPr id="510" name="Google Shape;510;p26"/>
            <p:cNvSpPr txBox="1"/>
            <p:nvPr/>
          </p:nvSpPr>
          <p:spPr>
            <a:xfrm>
              <a:off x="1158323" y="2910293"/>
              <a:ext cx="2512800" cy="830800"/>
            </a:xfrm>
            <a:prstGeom prst="rect">
              <a:avLst/>
            </a:prstGeom>
            <a:noFill/>
            <a:ln>
              <a:noFill/>
            </a:ln>
          </p:spPr>
          <p:txBody>
            <a:bodyPr spcFirstLastPara="1" wrap="square" lIns="121900" tIns="121900" rIns="121900" bIns="121900" anchor="t" anchorCtr="0">
              <a:noAutofit/>
            </a:bodyPr>
            <a:lstStyle/>
            <a:p>
              <a:r>
                <a:rPr lang="en-IN" sz="1600" dirty="0">
                  <a:ea typeface="Roboto"/>
                  <a:cs typeface="Roboto"/>
                  <a:sym typeface="Roboto"/>
                </a:rPr>
                <a:t>Store API keys in </a:t>
              </a:r>
              <a:r>
                <a:rPr lang="en-IN" sz="1600" dirty="0" err="1">
                  <a:ea typeface="Roboto"/>
                  <a:cs typeface="Roboto"/>
                  <a:sym typeface="Roboto"/>
                </a:rPr>
                <a:t>st.secrets</a:t>
              </a:r>
              <a:r>
                <a:rPr lang="en-IN" sz="1600" dirty="0">
                  <a:ea typeface="Roboto"/>
                  <a:cs typeface="Roboto"/>
                  <a:sym typeface="Roboto"/>
                </a:rPr>
                <a:t>. Don’t log user data without consent. Use HTTPS and avoid exposing PII.</a:t>
              </a:r>
              <a:endParaRPr sz="1600" dirty="0">
                <a:ea typeface="Roboto"/>
                <a:cs typeface="Roboto"/>
                <a:sym typeface="Roboto"/>
              </a:endParaRPr>
            </a:p>
          </p:txBody>
        </p:sp>
        <p:sp>
          <p:nvSpPr>
            <p:cNvPr id="511" name="Google Shape;511;p26"/>
            <p:cNvSpPr/>
            <p:nvPr/>
          </p:nvSpPr>
          <p:spPr>
            <a:xfrm flipH="1">
              <a:off x="8501581" y="1481236"/>
              <a:ext cx="2512800" cy="451200"/>
            </a:xfrm>
            <a:prstGeom prst="rect">
              <a:avLst/>
            </a:prstGeom>
            <a:noFill/>
            <a:ln>
              <a:noFill/>
            </a:ln>
          </p:spPr>
          <p:txBody>
            <a:bodyPr spcFirstLastPara="1" wrap="square" lIns="121900" tIns="121900" rIns="121900" bIns="121900" anchor="ctr" anchorCtr="0">
              <a:noAutofit/>
            </a:bodyPr>
            <a:lstStyle/>
            <a:p>
              <a:pPr algn="r"/>
              <a:r>
                <a:rPr lang="en-IN" sz="2133" b="1" dirty="0">
                  <a:solidFill>
                    <a:schemeClr val="accent4"/>
                  </a:solidFill>
                  <a:ea typeface="Roboto"/>
                  <a:cs typeface="Roboto"/>
                  <a:sym typeface="Roboto"/>
                </a:rPr>
                <a:t>Availability</a:t>
              </a:r>
              <a:endParaRPr sz="2133" b="1" dirty="0">
                <a:solidFill>
                  <a:schemeClr val="accent4"/>
                </a:solidFill>
                <a:ea typeface="Roboto"/>
                <a:cs typeface="Roboto"/>
                <a:sym typeface="Roboto"/>
              </a:endParaRPr>
            </a:p>
          </p:txBody>
        </p:sp>
        <p:sp>
          <p:nvSpPr>
            <p:cNvPr id="512" name="Google Shape;512;p26"/>
            <p:cNvSpPr txBox="1"/>
            <p:nvPr/>
          </p:nvSpPr>
          <p:spPr>
            <a:xfrm flipH="1">
              <a:off x="8501581" y="1796143"/>
              <a:ext cx="2512800" cy="830800"/>
            </a:xfrm>
            <a:prstGeom prst="rect">
              <a:avLst/>
            </a:prstGeom>
            <a:noFill/>
            <a:ln>
              <a:noFill/>
            </a:ln>
          </p:spPr>
          <p:txBody>
            <a:bodyPr spcFirstLastPara="1" wrap="square" lIns="121900" tIns="121900" rIns="121900" bIns="121900" anchor="t" anchorCtr="0">
              <a:noAutofit/>
            </a:bodyPr>
            <a:lstStyle/>
            <a:p>
              <a:pPr algn="r"/>
              <a:r>
                <a:rPr lang="en-US" sz="1600" dirty="0">
                  <a:solidFill>
                    <a:schemeClr val="dk1"/>
                  </a:solidFill>
                  <a:ea typeface="Roboto"/>
                  <a:cs typeface="Roboto"/>
                  <a:sym typeface="Roboto"/>
                </a:rPr>
                <a:t>Host on reliable platforms (</a:t>
              </a:r>
              <a:r>
                <a:rPr lang="en-US" sz="1600" dirty="0" err="1">
                  <a:solidFill>
                    <a:schemeClr val="dk1"/>
                  </a:solidFill>
                  <a:ea typeface="Roboto"/>
                  <a:cs typeface="Roboto"/>
                  <a:sym typeface="Roboto"/>
                </a:rPr>
                <a:t>Streamlit</a:t>
              </a:r>
              <a:r>
                <a:rPr lang="en-US" sz="1600" dirty="0">
                  <a:solidFill>
                    <a:schemeClr val="dk1"/>
                  </a:solidFill>
                  <a:ea typeface="Roboto"/>
                  <a:cs typeface="Roboto"/>
                  <a:sym typeface="Roboto"/>
                </a:rPr>
                <a:t> Cloud/AWS). Minimize downtime; handle API errors smoothly.</a:t>
              </a:r>
              <a:endParaRPr sz="1600" dirty="0">
                <a:ea typeface="Roboto"/>
                <a:cs typeface="Roboto"/>
                <a:sym typeface="Roboto"/>
              </a:endParaRPr>
            </a:p>
          </p:txBody>
        </p:sp>
        <p:sp>
          <p:nvSpPr>
            <p:cNvPr id="513" name="Google Shape;513;p26"/>
            <p:cNvSpPr/>
            <p:nvPr/>
          </p:nvSpPr>
          <p:spPr>
            <a:xfrm flipH="1">
              <a:off x="8501581" y="3393580"/>
              <a:ext cx="2512800" cy="451200"/>
            </a:xfrm>
            <a:prstGeom prst="rect">
              <a:avLst/>
            </a:prstGeom>
            <a:noFill/>
            <a:ln>
              <a:noFill/>
            </a:ln>
          </p:spPr>
          <p:txBody>
            <a:bodyPr spcFirstLastPara="1" wrap="square" lIns="121900" tIns="121900" rIns="121900" bIns="121900" anchor="ctr" anchorCtr="0">
              <a:noAutofit/>
            </a:bodyPr>
            <a:lstStyle/>
            <a:p>
              <a:pPr algn="r"/>
              <a:r>
                <a:rPr lang="en-IN" sz="2133" b="1" dirty="0">
                  <a:solidFill>
                    <a:schemeClr val="accent3"/>
                  </a:solidFill>
                  <a:ea typeface="Roboto"/>
                  <a:cs typeface="Roboto"/>
                  <a:sym typeface="Roboto"/>
                </a:rPr>
                <a:t>Performance</a:t>
              </a:r>
              <a:endParaRPr sz="2133" b="1" dirty="0">
                <a:solidFill>
                  <a:schemeClr val="accent3"/>
                </a:solidFill>
                <a:ea typeface="Roboto"/>
                <a:cs typeface="Roboto"/>
                <a:sym typeface="Roboto"/>
              </a:endParaRPr>
            </a:p>
          </p:txBody>
        </p:sp>
        <p:sp>
          <p:nvSpPr>
            <p:cNvPr id="514" name="Google Shape;514;p26"/>
            <p:cNvSpPr txBox="1"/>
            <p:nvPr/>
          </p:nvSpPr>
          <p:spPr>
            <a:xfrm flipH="1">
              <a:off x="8501581" y="3708483"/>
              <a:ext cx="2512800" cy="830800"/>
            </a:xfrm>
            <a:prstGeom prst="rect">
              <a:avLst/>
            </a:prstGeom>
            <a:noFill/>
            <a:ln>
              <a:noFill/>
            </a:ln>
          </p:spPr>
          <p:txBody>
            <a:bodyPr spcFirstLastPara="1" wrap="square" lIns="121900" tIns="121900" rIns="121900" bIns="121900" anchor="t" anchorCtr="0">
              <a:noAutofit/>
            </a:bodyPr>
            <a:lstStyle/>
            <a:p>
              <a:pPr algn="r"/>
              <a:r>
                <a:rPr lang="en-US" sz="1600" dirty="0">
                  <a:solidFill>
                    <a:schemeClr val="dk1"/>
                  </a:solidFill>
                  <a:ea typeface="Roboto"/>
                  <a:cs typeface="Roboto"/>
                  <a:sym typeface="Roboto"/>
                </a:rPr>
                <a:t>Keep calculations and charts fast. Optimize API calls for &lt;3s response time.</a:t>
              </a:r>
              <a:endParaRPr sz="1600" dirty="0">
                <a:solidFill>
                  <a:schemeClr val="dk1"/>
                </a:solidFill>
                <a:ea typeface="Roboto"/>
                <a:cs typeface="Roboto"/>
                <a:sym typeface="Roboto"/>
              </a:endParaRPr>
            </a:p>
          </p:txBody>
        </p:sp>
        <p:sp>
          <p:nvSpPr>
            <p:cNvPr id="515" name="Google Shape;515;p26"/>
            <p:cNvSpPr/>
            <p:nvPr/>
          </p:nvSpPr>
          <p:spPr>
            <a:xfrm flipH="1">
              <a:off x="8501581" y="4980804"/>
              <a:ext cx="2512800" cy="451200"/>
            </a:xfrm>
            <a:prstGeom prst="rect">
              <a:avLst/>
            </a:prstGeom>
            <a:noFill/>
            <a:ln>
              <a:noFill/>
            </a:ln>
          </p:spPr>
          <p:txBody>
            <a:bodyPr spcFirstLastPara="1" wrap="square" lIns="121900" tIns="121900" rIns="121900" bIns="121900" anchor="ctr" anchorCtr="0">
              <a:noAutofit/>
            </a:bodyPr>
            <a:lstStyle/>
            <a:p>
              <a:pPr algn="r"/>
              <a:r>
                <a:rPr lang="en-IN" sz="2133" b="1" dirty="0">
                  <a:solidFill>
                    <a:schemeClr val="accent2"/>
                  </a:solidFill>
                  <a:ea typeface="Roboto"/>
                  <a:cs typeface="Roboto"/>
                  <a:sym typeface="Roboto"/>
                </a:rPr>
                <a:t>Usability</a:t>
              </a:r>
              <a:endParaRPr sz="2133" b="1" dirty="0">
                <a:solidFill>
                  <a:schemeClr val="accent2"/>
                </a:solidFill>
                <a:ea typeface="Roboto"/>
                <a:cs typeface="Roboto"/>
                <a:sym typeface="Roboto"/>
              </a:endParaRPr>
            </a:p>
          </p:txBody>
        </p:sp>
        <p:sp>
          <p:nvSpPr>
            <p:cNvPr id="516" name="Google Shape;516;p26"/>
            <p:cNvSpPr txBox="1"/>
            <p:nvPr/>
          </p:nvSpPr>
          <p:spPr>
            <a:xfrm flipH="1">
              <a:off x="8501581" y="5295704"/>
              <a:ext cx="2512800" cy="830800"/>
            </a:xfrm>
            <a:prstGeom prst="rect">
              <a:avLst/>
            </a:prstGeom>
            <a:noFill/>
            <a:ln>
              <a:noFill/>
            </a:ln>
          </p:spPr>
          <p:txBody>
            <a:bodyPr spcFirstLastPara="1" wrap="square" lIns="121900" tIns="121900" rIns="121900" bIns="121900" anchor="t" anchorCtr="0">
              <a:noAutofit/>
            </a:bodyPr>
            <a:lstStyle/>
            <a:p>
              <a:pPr algn="r"/>
              <a:r>
                <a:rPr lang="en-US" sz="1600" dirty="0">
                  <a:solidFill>
                    <a:schemeClr val="dk1"/>
                  </a:solidFill>
                  <a:ea typeface="Roboto"/>
                  <a:cs typeface="Roboto"/>
                  <a:sym typeface="Roboto"/>
                </a:rPr>
                <a:t>Mobile-friendly, intuitive layout. Use icons/emojis and clear feedback elements.</a:t>
              </a:r>
              <a:endParaRPr sz="1600" dirty="0">
                <a:solidFill>
                  <a:schemeClr val="dk1"/>
                </a:solidFill>
                <a:ea typeface="Roboto"/>
                <a:cs typeface="Roboto"/>
                <a:sym typeface="Roboto"/>
              </a:endParaRPr>
            </a:p>
          </p:txBody>
        </p:sp>
        <p:sp>
          <p:nvSpPr>
            <p:cNvPr id="517" name="Google Shape;517;p26"/>
            <p:cNvSpPr/>
            <p:nvPr/>
          </p:nvSpPr>
          <p:spPr>
            <a:xfrm>
              <a:off x="1158323" y="4612869"/>
              <a:ext cx="2512800" cy="451200"/>
            </a:xfrm>
            <a:prstGeom prst="rect">
              <a:avLst/>
            </a:prstGeom>
            <a:noFill/>
            <a:ln>
              <a:noFill/>
            </a:ln>
          </p:spPr>
          <p:txBody>
            <a:bodyPr spcFirstLastPara="1" wrap="square" lIns="121900" tIns="121900" rIns="121900" bIns="121900" anchor="ctr" anchorCtr="0">
              <a:noAutofit/>
            </a:bodyPr>
            <a:lstStyle/>
            <a:p>
              <a:r>
                <a:rPr lang="en-IN" sz="2133" b="1" dirty="0">
                  <a:solidFill>
                    <a:schemeClr val="accent1"/>
                  </a:solidFill>
                  <a:ea typeface="Roboto"/>
                  <a:cs typeface="Roboto"/>
                  <a:sym typeface="Roboto"/>
                </a:rPr>
                <a:t>Scalability</a:t>
              </a:r>
              <a:endParaRPr sz="2133" b="1" dirty="0">
                <a:solidFill>
                  <a:schemeClr val="accent1"/>
                </a:solidFill>
                <a:ea typeface="Roboto"/>
                <a:cs typeface="Roboto"/>
                <a:sym typeface="Roboto"/>
              </a:endParaRPr>
            </a:p>
          </p:txBody>
        </p:sp>
        <p:sp>
          <p:nvSpPr>
            <p:cNvPr id="518" name="Google Shape;518;p26"/>
            <p:cNvSpPr txBox="1"/>
            <p:nvPr/>
          </p:nvSpPr>
          <p:spPr>
            <a:xfrm>
              <a:off x="1158323" y="4927780"/>
              <a:ext cx="2512800" cy="830800"/>
            </a:xfrm>
            <a:prstGeom prst="rect">
              <a:avLst/>
            </a:prstGeom>
            <a:noFill/>
            <a:ln>
              <a:noFill/>
            </a:ln>
          </p:spPr>
          <p:txBody>
            <a:bodyPr spcFirstLastPara="1" wrap="square" lIns="121900" tIns="121900" rIns="121900" bIns="121900" anchor="t" anchorCtr="0">
              <a:noAutofit/>
            </a:bodyPr>
            <a:lstStyle/>
            <a:p>
              <a:r>
                <a:rPr lang="en-US" sz="1600" dirty="0">
                  <a:solidFill>
                    <a:schemeClr val="dk1"/>
                  </a:solidFill>
                  <a:ea typeface="Roboto"/>
                  <a:cs typeface="Roboto"/>
                  <a:sym typeface="Roboto"/>
                </a:rPr>
                <a:t>Modular structure for easy feature expansion. Support multiple users efficiently.</a:t>
              </a:r>
              <a:endParaRPr sz="1600" dirty="0">
                <a:solidFill>
                  <a:schemeClr val="dk1"/>
                </a:solidFill>
                <a:ea typeface="Roboto"/>
                <a:cs typeface="Roboto"/>
                <a:sym typeface="Roboto"/>
              </a:endParaRPr>
            </a:p>
            <a:p>
              <a:endParaRPr sz="1600" dirty="0">
                <a:solidFill>
                  <a:schemeClr val="dk1"/>
                </a:solidFill>
                <a:ea typeface="Roboto"/>
                <a:cs typeface="Roboto"/>
                <a:sym typeface="Roboto"/>
              </a:endParaRPr>
            </a:p>
          </p:txBody>
        </p:sp>
        <p:sp>
          <p:nvSpPr>
            <p:cNvPr id="519" name="Google Shape;519;p26"/>
            <p:cNvSpPr/>
            <p:nvPr/>
          </p:nvSpPr>
          <p:spPr>
            <a:xfrm>
              <a:off x="4343728" y="4466787"/>
              <a:ext cx="718945" cy="622276"/>
            </a:xfrm>
            <a:custGeom>
              <a:avLst/>
              <a:gdLst/>
              <a:ahLst/>
              <a:cxnLst/>
              <a:rect l="l" t="t" r="r" b="b"/>
              <a:pathLst>
                <a:path w="18682" h="16170" extrusionOk="0">
                  <a:moveTo>
                    <a:pt x="4680" y="16170"/>
                  </a:moveTo>
                  <a:lnTo>
                    <a:pt x="14014" y="16170"/>
                  </a:lnTo>
                  <a:lnTo>
                    <a:pt x="18682" y="8085"/>
                  </a:lnTo>
                  <a:lnTo>
                    <a:pt x="14014" y="1"/>
                  </a:lnTo>
                  <a:lnTo>
                    <a:pt x="4680" y="1"/>
                  </a:lnTo>
                  <a:lnTo>
                    <a:pt x="1" y="8085"/>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520" name="Google Shape;520;p26"/>
            <p:cNvSpPr/>
            <p:nvPr/>
          </p:nvSpPr>
          <p:spPr>
            <a:xfrm>
              <a:off x="5612907" y="5259467"/>
              <a:ext cx="893544" cy="773939"/>
            </a:xfrm>
            <a:custGeom>
              <a:avLst/>
              <a:gdLst/>
              <a:ahLst/>
              <a:cxnLst/>
              <a:rect l="l" t="t" r="r" b="b"/>
              <a:pathLst>
                <a:path w="23219" h="20111" extrusionOk="0">
                  <a:moveTo>
                    <a:pt x="5811" y="20110"/>
                  </a:moveTo>
                  <a:lnTo>
                    <a:pt x="1" y="10050"/>
                  </a:lnTo>
                  <a:lnTo>
                    <a:pt x="5811" y="1"/>
                  </a:lnTo>
                  <a:lnTo>
                    <a:pt x="17420" y="1"/>
                  </a:lnTo>
                  <a:lnTo>
                    <a:pt x="23218" y="10050"/>
                  </a:lnTo>
                  <a:lnTo>
                    <a:pt x="17420" y="2011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21" name="Google Shape;521;p26"/>
            <p:cNvSpPr/>
            <p:nvPr/>
          </p:nvSpPr>
          <p:spPr>
            <a:xfrm>
              <a:off x="4736411" y="2076895"/>
              <a:ext cx="901280" cy="780788"/>
            </a:xfrm>
            <a:custGeom>
              <a:avLst/>
              <a:gdLst/>
              <a:ahLst/>
              <a:cxnLst/>
              <a:rect l="l" t="t" r="r" b="b"/>
              <a:pathLst>
                <a:path w="23420" h="20289" extrusionOk="0">
                  <a:moveTo>
                    <a:pt x="17562" y="0"/>
                  </a:moveTo>
                  <a:lnTo>
                    <a:pt x="23420" y="10144"/>
                  </a:lnTo>
                  <a:lnTo>
                    <a:pt x="17562" y="20288"/>
                  </a:lnTo>
                  <a:lnTo>
                    <a:pt x="5846" y="20288"/>
                  </a:lnTo>
                  <a:lnTo>
                    <a:pt x="0" y="10144"/>
                  </a:lnTo>
                  <a:lnTo>
                    <a:pt x="5846" y="0"/>
                  </a:ln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522" name="Google Shape;522;p26"/>
            <p:cNvSpPr/>
            <p:nvPr/>
          </p:nvSpPr>
          <p:spPr>
            <a:xfrm>
              <a:off x="7359550" y="3704356"/>
              <a:ext cx="710711" cy="615849"/>
            </a:xfrm>
            <a:custGeom>
              <a:avLst/>
              <a:gdLst/>
              <a:ahLst/>
              <a:cxnLst/>
              <a:rect l="l" t="t" r="r" b="b"/>
              <a:pathLst>
                <a:path w="18468" h="16003" extrusionOk="0">
                  <a:moveTo>
                    <a:pt x="13848" y="1"/>
                  </a:moveTo>
                  <a:lnTo>
                    <a:pt x="18467" y="8002"/>
                  </a:lnTo>
                  <a:lnTo>
                    <a:pt x="13848" y="16003"/>
                  </a:lnTo>
                  <a:lnTo>
                    <a:pt x="4608" y="16003"/>
                  </a:lnTo>
                  <a:lnTo>
                    <a:pt x="1" y="8002"/>
                  </a:lnTo>
                  <a:lnTo>
                    <a:pt x="4608"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23" name="Google Shape;523;p26"/>
            <p:cNvSpPr/>
            <p:nvPr/>
          </p:nvSpPr>
          <p:spPr>
            <a:xfrm>
              <a:off x="6455076" y="2302293"/>
              <a:ext cx="785829" cy="681385"/>
            </a:xfrm>
            <a:custGeom>
              <a:avLst/>
              <a:gdLst/>
              <a:ahLst/>
              <a:cxnLst/>
              <a:rect l="l" t="t" r="r" b="b"/>
              <a:pathLst>
                <a:path w="20420" h="17706" extrusionOk="0">
                  <a:moveTo>
                    <a:pt x="5108" y="17705"/>
                  </a:moveTo>
                  <a:lnTo>
                    <a:pt x="15312" y="17705"/>
                  </a:lnTo>
                  <a:lnTo>
                    <a:pt x="20420" y="8847"/>
                  </a:lnTo>
                  <a:lnTo>
                    <a:pt x="15312" y="1"/>
                  </a:lnTo>
                  <a:lnTo>
                    <a:pt x="5108" y="1"/>
                  </a:lnTo>
                  <a:lnTo>
                    <a:pt x="1" y="8847"/>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24" name="Google Shape;524;p26"/>
            <p:cNvSpPr/>
            <p:nvPr/>
          </p:nvSpPr>
          <p:spPr>
            <a:xfrm>
              <a:off x="958377" y="2738496"/>
              <a:ext cx="165016" cy="164979"/>
            </a:xfrm>
            <a:custGeom>
              <a:avLst/>
              <a:gdLst/>
              <a:ahLst/>
              <a:cxnLst/>
              <a:rect l="l" t="t" r="r" b="b"/>
              <a:pathLst>
                <a:path w="4288" h="4287" extrusionOk="0">
                  <a:moveTo>
                    <a:pt x="2144" y="0"/>
                  </a:moveTo>
                  <a:cubicBezTo>
                    <a:pt x="3335" y="0"/>
                    <a:pt x="4287" y="965"/>
                    <a:pt x="4287" y="2144"/>
                  </a:cubicBezTo>
                  <a:cubicBezTo>
                    <a:pt x="4287" y="3334"/>
                    <a:pt x="3311" y="4287"/>
                    <a:pt x="2144" y="4287"/>
                  </a:cubicBezTo>
                  <a:cubicBezTo>
                    <a:pt x="953" y="4287"/>
                    <a:pt x="1" y="3310"/>
                    <a:pt x="1" y="2144"/>
                  </a:cubicBezTo>
                  <a:cubicBezTo>
                    <a:pt x="1" y="953"/>
                    <a:pt x="965" y="0"/>
                    <a:pt x="2144"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525" name="Google Shape;525;p26"/>
            <p:cNvSpPr/>
            <p:nvPr/>
          </p:nvSpPr>
          <p:spPr>
            <a:xfrm>
              <a:off x="958377" y="4748414"/>
              <a:ext cx="164979" cy="164516"/>
            </a:xfrm>
            <a:custGeom>
              <a:avLst/>
              <a:gdLst/>
              <a:ahLst/>
              <a:cxnLst/>
              <a:rect l="l" t="t" r="r" b="b"/>
              <a:pathLst>
                <a:path w="4287" h="4275" extrusionOk="0">
                  <a:moveTo>
                    <a:pt x="2144" y="0"/>
                  </a:moveTo>
                  <a:cubicBezTo>
                    <a:pt x="3334" y="0"/>
                    <a:pt x="4287" y="964"/>
                    <a:pt x="4287" y="2131"/>
                  </a:cubicBezTo>
                  <a:cubicBezTo>
                    <a:pt x="4287" y="3310"/>
                    <a:pt x="3322" y="4274"/>
                    <a:pt x="2144" y="4274"/>
                  </a:cubicBezTo>
                  <a:cubicBezTo>
                    <a:pt x="953" y="4274"/>
                    <a:pt x="0" y="3310"/>
                    <a:pt x="0" y="2131"/>
                  </a:cubicBezTo>
                  <a:cubicBezTo>
                    <a:pt x="0" y="964"/>
                    <a:pt x="953" y="0"/>
                    <a:pt x="2144"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526" name="Google Shape;526;p26"/>
            <p:cNvSpPr/>
            <p:nvPr/>
          </p:nvSpPr>
          <p:spPr>
            <a:xfrm flipH="1">
              <a:off x="11068183" y="1623267"/>
              <a:ext cx="165440" cy="164979"/>
            </a:xfrm>
            <a:custGeom>
              <a:avLst/>
              <a:gdLst/>
              <a:ahLst/>
              <a:cxnLst/>
              <a:rect l="l" t="t" r="r" b="b"/>
              <a:pathLst>
                <a:path w="4299" h="4287" extrusionOk="0">
                  <a:moveTo>
                    <a:pt x="2156" y="1"/>
                  </a:moveTo>
                  <a:cubicBezTo>
                    <a:pt x="3346" y="1"/>
                    <a:pt x="4299" y="965"/>
                    <a:pt x="4299" y="2144"/>
                  </a:cubicBezTo>
                  <a:cubicBezTo>
                    <a:pt x="4299" y="3334"/>
                    <a:pt x="3334" y="4287"/>
                    <a:pt x="2156" y="4287"/>
                  </a:cubicBezTo>
                  <a:cubicBezTo>
                    <a:pt x="965" y="4287"/>
                    <a:pt x="13" y="3311"/>
                    <a:pt x="13" y="2144"/>
                  </a:cubicBezTo>
                  <a:cubicBezTo>
                    <a:pt x="1" y="965"/>
                    <a:pt x="965" y="1"/>
                    <a:pt x="2156"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27" name="Google Shape;527;p26"/>
            <p:cNvSpPr/>
            <p:nvPr/>
          </p:nvSpPr>
          <p:spPr>
            <a:xfrm flipH="1">
              <a:off x="11068644" y="3538224"/>
              <a:ext cx="164979" cy="164979"/>
            </a:xfrm>
            <a:custGeom>
              <a:avLst/>
              <a:gdLst/>
              <a:ahLst/>
              <a:cxnLst/>
              <a:rect l="l" t="t" r="r" b="b"/>
              <a:pathLst>
                <a:path w="4287" h="4287" extrusionOk="0">
                  <a:moveTo>
                    <a:pt x="2144" y="0"/>
                  </a:moveTo>
                  <a:cubicBezTo>
                    <a:pt x="3334" y="0"/>
                    <a:pt x="4287" y="977"/>
                    <a:pt x="4287" y="2144"/>
                  </a:cubicBezTo>
                  <a:cubicBezTo>
                    <a:pt x="4287" y="3334"/>
                    <a:pt x="3322" y="4287"/>
                    <a:pt x="2144" y="4287"/>
                  </a:cubicBezTo>
                  <a:cubicBezTo>
                    <a:pt x="953" y="4287"/>
                    <a:pt x="1" y="3322"/>
                    <a:pt x="1" y="2144"/>
                  </a:cubicBezTo>
                  <a:cubicBezTo>
                    <a:pt x="1" y="953"/>
                    <a:pt x="953" y="0"/>
                    <a:pt x="2144"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28" name="Google Shape;528;p26"/>
            <p:cNvSpPr/>
            <p:nvPr/>
          </p:nvSpPr>
          <p:spPr>
            <a:xfrm flipH="1">
              <a:off x="11068644" y="5128060"/>
              <a:ext cx="164979" cy="165016"/>
            </a:xfrm>
            <a:custGeom>
              <a:avLst/>
              <a:gdLst/>
              <a:ahLst/>
              <a:cxnLst/>
              <a:rect l="l" t="t" r="r" b="b"/>
              <a:pathLst>
                <a:path w="4287" h="4288" extrusionOk="0">
                  <a:moveTo>
                    <a:pt x="2144" y="1"/>
                  </a:moveTo>
                  <a:cubicBezTo>
                    <a:pt x="3334" y="1"/>
                    <a:pt x="4287" y="977"/>
                    <a:pt x="4287" y="2144"/>
                  </a:cubicBezTo>
                  <a:cubicBezTo>
                    <a:pt x="4287" y="3335"/>
                    <a:pt x="3311" y="4287"/>
                    <a:pt x="2144" y="4287"/>
                  </a:cubicBezTo>
                  <a:cubicBezTo>
                    <a:pt x="953" y="4287"/>
                    <a:pt x="1" y="3323"/>
                    <a:pt x="1" y="2144"/>
                  </a:cubicBezTo>
                  <a:cubicBezTo>
                    <a:pt x="1" y="953"/>
                    <a:pt x="953" y="1"/>
                    <a:pt x="214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nvGrpSpPr>
            <p:cNvPr id="529" name="Google Shape;529;p26"/>
            <p:cNvGrpSpPr/>
            <p:nvPr/>
          </p:nvGrpSpPr>
          <p:grpSpPr>
            <a:xfrm>
              <a:off x="3956545" y="1804701"/>
              <a:ext cx="4265800" cy="4394104"/>
              <a:chOff x="2972967" y="1353526"/>
              <a:chExt cx="3199350" cy="3295578"/>
            </a:xfrm>
          </p:grpSpPr>
          <p:sp>
            <p:nvSpPr>
              <p:cNvPr id="530" name="Google Shape;530;p26"/>
              <p:cNvSpPr/>
              <p:nvPr/>
            </p:nvSpPr>
            <p:spPr>
              <a:xfrm>
                <a:off x="2972967" y="2162138"/>
                <a:ext cx="434756" cy="953963"/>
              </a:xfrm>
              <a:custGeom>
                <a:avLst/>
                <a:gdLst/>
                <a:ahLst/>
                <a:cxnLst/>
                <a:rect l="l" t="t" r="r" b="b"/>
                <a:pathLst>
                  <a:path w="15063" h="33052" extrusionOk="0">
                    <a:moveTo>
                      <a:pt x="5621" y="7811"/>
                    </a:moveTo>
                    <a:cubicBezTo>
                      <a:pt x="5871" y="8132"/>
                      <a:pt x="6347" y="8215"/>
                      <a:pt x="6668" y="7953"/>
                    </a:cubicBezTo>
                    <a:lnTo>
                      <a:pt x="6716" y="7930"/>
                    </a:lnTo>
                    <a:cubicBezTo>
                      <a:pt x="7049" y="7680"/>
                      <a:pt x="7121" y="7203"/>
                      <a:pt x="6871" y="6870"/>
                    </a:cubicBezTo>
                    <a:cubicBezTo>
                      <a:pt x="6609" y="6549"/>
                      <a:pt x="6133" y="6465"/>
                      <a:pt x="5811" y="6727"/>
                    </a:cubicBezTo>
                    <a:lnTo>
                      <a:pt x="5763" y="6751"/>
                    </a:lnTo>
                    <a:cubicBezTo>
                      <a:pt x="5418" y="7001"/>
                      <a:pt x="5359" y="7477"/>
                      <a:pt x="5621" y="7811"/>
                    </a:cubicBezTo>
                    <a:close/>
                    <a:moveTo>
                      <a:pt x="14407" y="5394"/>
                    </a:moveTo>
                    <a:lnTo>
                      <a:pt x="15062" y="655"/>
                    </a:lnTo>
                    <a:lnTo>
                      <a:pt x="10324" y="0"/>
                    </a:lnTo>
                    <a:close/>
                    <a:moveTo>
                      <a:pt x="8514" y="5620"/>
                    </a:moveTo>
                    <a:cubicBezTo>
                      <a:pt x="8776" y="5953"/>
                      <a:pt x="9228" y="6025"/>
                      <a:pt x="9573" y="5775"/>
                    </a:cubicBezTo>
                    <a:lnTo>
                      <a:pt x="9585" y="5751"/>
                    </a:lnTo>
                    <a:cubicBezTo>
                      <a:pt x="9919" y="5501"/>
                      <a:pt x="9990" y="5025"/>
                      <a:pt x="9740" y="4691"/>
                    </a:cubicBezTo>
                    <a:cubicBezTo>
                      <a:pt x="9490" y="4370"/>
                      <a:pt x="9014" y="4298"/>
                      <a:pt x="8680" y="4548"/>
                    </a:cubicBezTo>
                    <a:cubicBezTo>
                      <a:pt x="8335" y="4798"/>
                      <a:pt x="8264" y="5275"/>
                      <a:pt x="8514" y="5620"/>
                    </a:cubicBezTo>
                    <a:close/>
                    <a:moveTo>
                      <a:pt x="2977" y="10251"/>
                    </a:moveTo>
                    <a:cubicBezTo>
                      <a:pt x="3013" y="10299"/>
                      <a:pt x="3061" y="10335"/>
                      <a:pt x="3096" y="10370"/>
                    </a:cubicBezTo>
                    <a:cubicBezTo>
                      <a:pt x="3430" y="10632"/>
                      <a:pt x="3882" y="10609"/>
                      <a:pt x="4156" y="10275"/>
                    </a:cubicBezTo>
                    <a:lnTo>
                      <a:pt x="4192" y="10239"/>
                    </a:lnTo>
                    <a:cubicBezTo>
                      <a:pt x="4454" y="9906"/>
                      <a:pt x="4394" y="9430"/>
                      <a:pt x="4085" y="9180"/>
                    </a:cubicBezTo>
                    <a:cubicBezTo>
                      <a:pt x="3751" y="8906"/>
                      <a:pt x="3275" y="8954"/>
                      <a:pt x="3013" y="9275"/>
                    </a:cubicBezTo>
                    <a:cubicBezTo>
                      <a:pt x="2775" y="9561"/>
                      <a:pt x="2775" y="9966"/>
                      <a:pt x="2977" y="10251"/>
                    </a:cubicBezTo>
                    <a:close/>
                    <a:moveTo>
                      <a:pt x="1108" y="13347"/>
                    </a:moveTo>
                    <a:cubicBezTo>
                      <a:pt x="1180" y="13454"/>
                      <a:pt x="1287" y="13526"/>
                      <a:pt x="1406" y="13585"/>
                    </a:cubicBezTo>
                    <a:cubicBezTo>
                      <a:pt x="1787" y="13752"/>
                      <a:pt x="2227" y="13585"/>
                      <a:pt x="2406" y="13192"/>
                    </a:cubicBezTo>
                    <a:lnTo>
                      <a:pt x="2430" y="13121"/>
                    </a:lnTo>
                    <a:cubicBezTo>
                      <a:pt x="2584" y="12740"/>
                      <a:pt x="2382" y="12287"/>
                      <a:pt x="2001" y="12144"/>
                    </a:cubicBezTo>
                    <a:cubicBezTo>
                      <a:pt x="1608" y="11990"/>
                      <a:pt x="1168" y="12180"/>
                      <a:pt x="1013" y="12573"/>
                    </a:cubicBezTo>
                    <a:cubicBezTo>
                      <a:pt x="894" y="12823"/>
                      <a:pt x="941" y="13121"/>
                      <a:pt x="1108" y="13347"/>
                    </a:cubicBezTo>
                    <a:close/>
                    <a:moveTo>
                      <a:pt x="179" y="16812"/>
                    </a:moveTo>
                    <a:cubicBezTo>
                      <a:pt x="298" y="16978"/>
                      <a:pt x="477" y="17086"/>
                      <a:pt x="691" y="17109"/>
                    </a:cubicBezTo>
                    <a:cubicBezTo>
                      <a:pt x="1108" y="17157"/>
                      <a:pt x="1477" y="16883"/>
                      <a:pt x="1525" y="16466"/>
                    </a:cubicBezTo>
                    <a:lnTo>
                      <a:pt x="1525" y="16407"/>
                    </a:lnTo>
                    <a:cubicBezTo>
                      <a:pt x="1572" y="15990"/>
                      <a:pt x="1251" y="15621"/>
                      <a:pt x="834" y="15597"/>
                    </a:cubicBezTo>
                    <a:cubicBezTo>
                      <a:pt x="418" y="15550"/>
                      <a:pt x="48" y="15859"/>
                      <a:pt x="25" y="16276"/>
                    </a:cubicBezTo>
                    <a:cubicBezTo>
                      <a:pt x="1" y="16455"/>
                      <a:pt x="72" y="16669"/>
                      <a:pt x="179" y="16812"/>
                    </a:cubicBezTo>
                    <a:close/>
                    <a:moveTo>
                      <a:pt x="287" y="20431"/>
                    </a:moveTo>
                    <a:cubicBezTo>
                      <a:pt x="453" y="20657"/>
                      <a:pt x="739" y="20776"/>
                      <a:pt x="1013" y="20717"/>
                    </a:cubicBezTo>
                    <a:cubicBezTo>
                      <a:pt x="1430" y="20634"/>
                      <a:pt x="1703" y="20253"/>
                      <a:pt x="1632" y="19836"/>
                    </a:cubicBezTo>
                    <a:lnTo>
                      <a:pt x="1632" y="19788"/>
                    </a:lnTo>
                    <a:cubicBezTo>
                      <a:pt x="1572" y="19372"/>
                      <a:pt x="1180" y="19086"/>
                      <a:pt x="763" y="19169"/>
                    </a:cubicBezTo>
                    <a:cubicBezTo>
                      <a:pt x="346" y="19229"/>
                      <a:pt x="60" y="19610"/>
                      <a:pt x="144" y="20026"/>
                    </a:cubicBezTo>
                    <a:lnTo>
                      <a:pt x="156" y="20086"/>
                    </a:lnTo>
                    <a:cubicBezTo>
                      <a:pt x="168" y="20241"/>
                      <a:pt x="215" y="20336"/>
                      <a:pt x="287" y="20431"/>
                    </a:cubicBezTo>
                    <a:close/>
                    <a:moveTo>
                      <a:pt x="1406" y="23872"/>
                    </a:moveTo>
                    <a:cubicBezTo>
                      <a:pt x="1632" y="24146"/>
                      <a:pt x="2013" y="24253"/>
                      <a:pt x="2358" y="24086"/>
                    </a:cubicBezTo>
                    <a:cubicBezTo>
                      <a:pt x="2727" y="23896"/>
                      <a:pt x="2882" y="23455"/>
                      <a:pt x="2680" y="23074"/>
                    </a:cubicBezTo>
                    <a:lnTo>
                      <a:pt x="2668" y="23051"/>
                    </a:lnTo>
                    <a:cubicBezTo>
                      <a:pt x="2489" y="22681"/>
                      <a:pt x="2049" y="22515"/>
                      <a:pt x="1656" y="22693"/>
                    </a:cubicBezTo>
                    <a:cubicBezTo>
                      <a:pt x="1287" y="22872"/>
                      <a:pt x="1120" y="23313"/>
                      <a:pt x="1299" y="23705"/>
                    </a:cubicBezTo>
                    <a:lnTo>
                      <a:pt x="1334" y="23765"/>
                    </a:lnTo>
                    <a:cubicBezTo>
                      <a:pt x="1358" y="23789"/>
                      <a:pt x="1370" y="23824"/>
                      <a:pt x="1406" y="23872"/>
                    </a:cubicBezTo>
                    <a:close/>
                    <a:moveTo>
                      <a:pt x="7740" y="32599"/>
                    </a:moveTo>
                    <a:lnTo>
                      <a:pt x="7776" y="32647"/>
                    </a:lnTo>
                    <a:cubicBezTo>
                      <a:pt x="8026" y="32980"/>
                      <a:pt x="8502" y="33052"/>
                      <a:pt x="8835" y="32790"/>
                    </a:cubicBezTo>
                    <a:cubicBezTo>
                      <a:pt x="9157" y="32540"/>
                      <a:pt x="9228" y="32064"/>
                      <a:pt x="8978" y="31742"/>
                    </a:cubicBezTo>
                    <a:lnTo>
                      <a:pt x="8954" y="31694"/>
                    </a:lnTo>
                    <a:cubicBezTo>
                      <a:pt x="8692" y="31361"/>
                      <a:pt x="8216" y="31290"/>
                      <a:pt x="7895" y="31552"/>
                    </a:cubicBezTo>
                    <a:cubicBezTo>
                      <a:pt x="7549" y="31790"/>
                      <a:pt x="7490" y="32266"/>
                      <a:pt x="7740" y="32599"/>
                    </a:cubicBezTo>
                    <a:close/>
                    <a:moveTo>
                      <a:pt x="5561" y="29718"/>
                    </a:moveTo>
                    <a:lnTo>
                      <a:pt x="5585" y="29766"/>
                    </a:lnTo>
                    <a:cubicBezTo>
                      <a:pt x="5835" y="30087"/>
                      <a:pt x="6311" y="30159"/>
                      <a:pt x="6645" y="29909"/>
                    </a:cubicBezTo>
                    <a:cubicBezTo>
                      <a:pt x="6966" y="29659"/>
                      <a:pt x="7049" y="29182"/>
                      <a:pt x="6787" y="28849"/>
                    </a:cubicBezTo>
                    <a:lnTo>
                      <a:pt x="6764" y="28813"/>
                    </a:lnTo>
                    <a:cubicBezTo>
                      <a:pt x="6514" y="28480"/>
                      <a:pt x="6037" y="28408"/>
                      <a:pt x="5704" y="28658"/>
                    </a:cubicBezTo>
                    <a:cubicBezTo>
                      <a:pt x="5359" y="28897"/>
                      <a:pt x="5299" y="29373"/>
                      <a:pt x="5561" y="29718"/>
                    </a:cubicBezTo>
                    <a:close/>
                    <a:moveTo>
                      <a:pt x="3370" y="26825"/>
                    </a:moveTo>
                    <a:lnTo>
                      <a:pt x="3394" y="26872"/>
                    </a:lnTo>
                    <a:cubicBezTo>
                      <a:pt x="3656" y="27206"/>
                      <a:pt x="4132" y="27277"/>
                      <a:pt x="4454" y="27027"/>
                    </a:cubicBezTo>
                    <a:cubicBezTo>
                      <a:pt x="4787" y="26765"/>
                      <a:pt x="4859" y="26289"/>
                      <a:pt x="4609" y="25968"/>
                    </a:cubicBezTo>
                    <a:lnTo>
                      <a:pt x="4573" y="25920"/>
                    </a:lnTo>
                    <a:cubicBezTo>
                      <a:pt x="4323" y="25598"/>
                      <a:pt x="3847" y="25515"/>
                      <a:pt x="3513" y="25777"/>
                    </a:cubicBezTo>
                    <a:cubicBezTo>
                      <a:pt x="3192" y="26027"/>
                      <a:pt x="3120" y="26491"/>
                      <a:pt x="3370" y="26825"/>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531" name="Google Shape;531;p26"/>
              <p:cNvSpPr/>
              <p:nvPr/>
            </p:nvSpPr>
            <p:spPr>
              <a:xfrm>
                <a:off x="5166806" y="3497866"/>
                <a:ext cx="671169" cy="806909"/>
              </a:xfrm>
              <a:custGeom>
                <a:avLst/>
                <a:gdLst/>
                <a:ahLst/>
                <a:cxnLst/>
                <a:rect l="l" t="t" r="r" b="b"/>
                <a:pathLst>
                  <a:path w="23254" h="27957" extrusionOk="0">
                    <a:moveTo>
                      <a:pt x="11740" y="23432"/>
                    </a:moveTo>
                    <a:cubicBezTo>
                      <a:pt x="11680" y="23015"/>
                      <a:pt x="11311" y="22730"/>
                      <a:pt x="10895" y="22789"/>
                    </a:cubicBezTo>
                    <a:lnTo>
                      <a:pt x="10847" y="22789"/>
                    </a:lnTo>
                    <a:cubicBezTo>
                      <a:pt x="10430" y="22849"/>
                      <a:pt x="10156" y="23230"/>
                      <a:pt x="10216" y="23634"/>
                    </a:cubicBezTo>
                    <a:cubicBezTo>
                      <a:pt x="10275" y="24051"/>
                      <a:pt x="10656" y="24337"/>
                      <a:pt x="11061" y="24277"/>
                    </a:cubicBezTo>
                    <a:lnTo>
                      <a:pt x="11109" y="24277"/>
                    </a:lnTo>
                    <a:cubicBezTo>
                      <a:pt x="11526" y="24218"/>
                      <a:pt x="11799" y="23849"/>
                      <a:pt x="11740" y="23432"/>
                    </a:cubicBezTo>
                    <a:close/>
                    <a:moveTo>
                      <a:pt x="2894" y="21241"/>
                    </a:moveTo>
                    <a:lnTo>
                      <a:pt x="0" y="25063"/>
                    </a:lnTo>
                    <a:lnTo>
                      <a:pt x="3822" y="27956"/>
                    </a:lnTo>
                    <a:close/>
                    <a:moveTo>
                      <a:pt x="8144" y="23932"/>
                    </a:moveTo>
                    <a:cubicBezTo>
                      <a:pt x="8085" y="23515"/>
                      <a:pt x="7716" y="23230"/>
                      <a:pt x="7311" y="23289"/>
                    </a:cubicBezTo>
                    <a:lnTo>
                      <a:pt x="7275" y="23289"/>
                    </a:lnTo>
                    <a:cubicBezTo>
                      <a:pt x="6858" y="23349"/>
                      <a:pt x="6584" y="23742"/>
                      <a:pt x="6644" y="24146"/>
                    </a:cubicBezTo>
                    <a:cubicBezTo>
                      <a:pt x="6704" y="24563"/>
                      <a:pt x="7073" y="24837"/>
                      <a:pt x="7489" y="24777"/>
                    </a:cubicBezTo>
                    <a:cubicBezTo>
                      <a:pt x="7906" y="24718"/>
                      <a:pt x="8204" y="24337"/>
                      <a:pt x="8144" y="23932"/>
                    </a:cubicBezTo>
                    <a:close/>
                    <a:moveTo>
                      <a:pt x="15228" y="22599"/>
                    </a:moveTo>
                    <a:cubicBezTo>
                      <a:pt x="15217" y="22539"/>
                      <a:pt x="15217" y="22491"/>
                      <a:pt x="15181" y="22432"/>
                    </a:cubicBezTo>
                    <a:cubicBezTo>
                      <a:pt x="15038" y="22039"/>
                      <a:pt x="14621" y="21837"/>
                      <a:pt x="14228" y="21980"/>
                    </a:cubicBezTo>
                    <a:lnTo>
                      <a:pt x="14169" y="22003"/>
                    </a:lnTo>
                    <a:cubicBezTo>
                      <a:pt x="13776" y="22146"/>
                      <a:pt x="13585" y="22599"/>
                      <a:pt x="13740" y="22980"/>
                    </a:cubicBezTo>
                    <a:cubicBezTo>
                      <a:pt x="13883" y="23373"/>
                      <a:pt x="14335" y="23563"/>
                      <a:pt x="14716" y="23408"/>
                    </a:cubicBezTo>
                    <a:cubicBezTo>
                      <a:pt x="15074" y="23277"/>
                      <a:pt x="15288" y="22932"/>
                      <a:pt x="15228" y="22599"/>
                    </a:cubicBezTo>
                    <a:close/>
                    <a:moveTo>
                      <a:pt x="18384" y="20813"/>
                    </a:moveTo>
                    <a:cubicBezTo>
                      <a:pt x="18372" y="20694"/>
                      <a:pt x="18324" y="20575"/>
                      <a:pt x="18229" y="20467"/>
                    </a:cubicBezTo>
                    <a:cubicBezTo>
                      <a:pt x="17979" y="20134"/>
                      <a:pt x="17514" y="20063"/>
                      <a:pt x="17181" y="20313"/>
                    </a:cubicBezTo>
                    <a:lnTo>
                      <a:pt x="17122" y="20360"/>
                    </a:lnTo>
                    <a:cubicBezTo>
                      <a:pt x="16788" y="20634"/>
                      <a:pt x="16741" y="21110"/>
                      <a:pt x="17014" y="21432"/>
                    </a:cubicBezTo>
                    <a:cubicBezTo>
                      <a:pt x="17276" y="21765"/>
                      <a:pt x="17753" y="21801"/>
                      <a:pt x="18086" y="21539"/>
                    </a:cubicBezTo>
                    <a:cubicBezTo>
                      <a:pt x="18312" y="21348"/>
                      <a:pt x="18407" y="21063"/>
                      <a:pt x="18384" y="20813"/>
                    </a:cubicBezTo>
                    <a:close/>
                    <a:moveTo>
                      <a:pt x="20872" y="18217"/>
                    </a:moveTo>
                    <a:cubicBezTo>
                      <a:pt x="20836" y="18027"/>
                      <a:pt x="20729" y="17836"/>
                      <a:pt x="20574" y="17717"/>
                    </a:cubicBezTo>
                    <a:cubicBezTo>
                      <a:pt x="20229" y="17479"/>
                      <a:pt x="19765" y="17538"/>
                      <a:pt x="19527" y="17860"/>
                    </a:cubicBezTo>
                    <a:lnTo>
                      <a:pt x="19479" y="17919"/>
                    </a:lnTo>
                    <a:cubicBezTo>
                      <a:pt x="19241" y="18265"/>
                      <a:pt x="19336" y="18741"/>
                      <a:pt x="19681" y="18979"/>
                    </a:cubicBezTo>
                    <a:cubicBezTo>
                      <a:pt x="20015" y="19217"/>
                      <a:pt x="20491" y="19122"/>
                      <a:pt x="20729" y="18789"/>
                    </a:cubicBezTo>
                    <a:cubicBezTo>
                      <a:pt x="20848" y="18610"/>
                      <a:pt x="20896" y="18408"/>
                      <a:pt x="20872" y="18217"/>
                    </a:cubicBezTo>
                    <a:close/>
                    <a:moveTo>
                      <a:pt x="22551" y="15002"/>
                    </a:moveTo>
                    <a:cubicBezTo>
                      <a:pt x="22503" y="14741"/>
                      <a:pt x="22325" y="14502"/>
                      <a:pt x="22063" y="14395"/>
                    </a:cubicBezTo>
                    <a:cubicBezTo>
                      <a:pt x="21670" y="14264"/>
                      <a:pt x="21241" y="14467"/>
                      <a:pt x="21086" y="14860"/>
                    </a:cubicBezTo>
                    <a:lnTo>
                      <a:pt x="21074" y="14895"/>
                    </a:lnTo>
                    <a:cubicBezTo>
                      <a:pt x="20932" y="15288"/>
                      <a:pt x="21134" y="15717"/>
                      <a:pt x="21527" y="15872"/>
                    </a:cubicBezTo>
                    <a:cubicBezTo>
                      <a:pt x="21908" y="16014"/>
                      <a:pt x="22360" y="15812"/>
                      <a:pt x="22491" y="15419"/>
                    </a:cubicBezTo>
                    <a:lnTo>
                      <a:pt x="22503" y="15360"/>
                    </a:lnTo>
                    <a:cubicBezTo>
                      <a:pt x="22563" y="15241"/>
                      <a:pt x="22563" y="15122"/>
                      <a:pt x="22551" y="15002"/>
                    </a:cubicBezTo>
                    <a:close/>
                    <a:moveTo>
                      <a:pt x="23253" y="11466"/>
                    </a:moveTo>
                    <a:cubicBezTo>
                      <a:pt x="23206" y="11109"/>
                      <a:pt x="22908" y="10823"/>
                      <a:pt x="22539" y="10811"/>
                    </a:cubicBezTo>
                    <a:cubicBezTo>
                      <a:pt x="22122" y="10788"/>
                      <a:pt x="21765" y="11121"/>
                      <a:pt x="21741" y="11538"/>
                    </a:cubicBezTo>
                    <a:lnTo>
                      <a:pt x="21741" y="11562"/>
                    </a:lnTo>
                    <a:cubicBezTo>
                      <a:pt x="21717" y="11978"/>
                      <a:pt x="22027" y="12335"/>
                      <a:pt x="22444" y="12371"/>
                    </a:cubicBezTo>
                    <a:cubicBezTo>
                      <a:pt x="22860" y="12395"/>
                      <a:pt x="23218" y="12085"/>
                      <a:pt x="23253" y="11669"/>
                    </a:cubicBezTo>
                    <a:lnTo>
                      <a:pt x="23253" y="11597"/>
                    </a:lnTo>
                    <a:close/>
                    <a:moveTo>
                      <a:pt x="21979" y="751"/>
                    </a:moveTo>
                    <a:lnTo>
                      <a:pt x="21979" y="703"/>
                    </a:lnTo>
                    <a:cubicBezTo>
                      <a:pt x="21920" y="286"/>
                      <a:pt x="21539" y="1"/>
                      <a:pt x="21134" y="60"/>
                    </a:cubicBezTo>
                    <a:cubicBezTo>
                      <a:pt x="20717" y="120"/>
                      <a:pt x="20431" y="513"/>
                      <a:pt x="20491" y="905"/>
                    </a:cubicBezTo>
                    <a:lnTo>
                      <a:pt x="20491" y="953"/>
                    </a:lnTo>
                    <a:cubicBezTo>
                      <a:pt x="20551" y="1370"/>
                      <a:pt x="20943" y="1656"/>
                      <a:pt x="21348" y="1596"/>
                    </a:cubicBezTo>
                    <a:cubicBezTo>
                      <a:pt x="21741" y="1548"/>
                      <a:pt x="22027" y="1167"/>
                      <a:pt x="21979" y="751"/>
                    </a:cubicBezTo>
                    <a:close/>
                    <a:moveTo>
                      <a:pt x="22479" y="4334"/>
                    </a:moveTo>
                    <a:lnTo>
                      <a:pt x="22479" y="4287"/>
                    </a:lnTo>
                    <a:cubicBezTo>
                      <a:pt x="22408" y="3870"/>
                      <a:pt x="22027" y="3584"/>
                      <a:pt x="21622" y="3644"/>
                    </a:cubicBezTo>
                    <a:cubicBezTo>
                      <a:pt x="21205" y="3703"/>
                      <a:pt x="20920" y="4096"/>
                      <a:pt x="20991" y="4501"/>
                    </a:cubicBezTo>
                    <a:lnTo>
                      <a:pt x="20991" y="4537"/>
                    </a:lnTo>
                    <a:cubicBezTo>
                      <a:pt x="21051" y="4954"/>
                      <a:pt x="21432" y="5239"/>
                      <a:pt x="21836" y="5180"/>
                    </a:cubicBezTo>
                    <a:cubicBezTo>
                      <a:pt x="22253" y="5132"/>
                      <a:pt x="22539" y="4751"/>
                      <a:pt x="22479" y="4334"/>
                    </a:cubicBezTo>
                    <a:close/>
                    <a:moveTo>
                      <a:pt x="22979" y="7918"/>
                    </a:moveTo>
                    <a:lnTo>
                      <a:pt x="22979" y="7871"/>
                    </a:lnTo>
                    <a:cubicBezTo>
                      <a:pt x="22920" y="7454"/>
                      <a:pt x="22539" y="7180"/>
                      <a:pt x="22134" y="7240"/>
                    </a:cubicBezTo>
                    <a:cubicBezTo>
                      <a:pt x="21717" y="7299"/>
                      <a:pt x="21432" y="7680"/>
                      <a:pt x="21491" y="8085"/>
                    </a:cubicBezTo>
                    <a:lnTo>
                      <a:pt x="21491" y="8133"/>
                    </a:lnTo>
                    <a:cubicBezTo>
                      <a:pt x="21551" y="8549"/>
                      <a:pt x="21944" y="8823"/>
                      <a:pt x="22336" y="8764"/>
                    </a:cubicBezTo>
                    <a:cubicBezTo>
                      <a:pt x="22741" y="8704"/>
                      <a:pt x="23027" y="8335"/>
                      <a:pt x="22979" y="7918"/>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32" name="Google Shape;532;p26"/>
              <p:cNvSpPr/>
              <p:nvPr/>
            </p:nvSpPr>
            <p:spPr>
              <a:xfrm>
                <a:off x="4310773" y="1353526"/>
                <a:ext cx="593500" cy="242301"/>
              </a:xfrm>
              <a:custGeom>
                <a:avLst/>
                <a:gdLst/>
                <a:ahLst/>
                <a:cxnLst/>
                <a:rect l="l" t="t" r="r" b="b"/>
                <a:pathLst>
                  <a:path w="20563" h="8395" extrusionOk="0">
                    <a:moveTo>
                      <a:pt x="14634" y="1941"/>
                    </a:moveTo>
                    <a:cubicBezTo>
                      <a:pt x="14479" y="2144"/>
                      <a:pt x="14515" y="2442"/>
                      <a:pt x="14729" y="2596"/>
                    </a:cubicBezTo>
                    <a:lnTo>
                      <a:pt x="14765" y="2608"/>
                    </a:lnTo>
                    <a:cubicBezTo>
                      <a:pt x="14967" y="2751"/>
                      <a:pt x="15265" y="2703"/>
                      <a:pt x="15419" y="2501"/>
                    </a:cubicBezTo>
                    <a:cubicBezTo>
                      <a:pt x="15562" y="2299"/>
                      <a:pt x="15527" y="2001"/>
                      <a:pt x="15312" y="1846"/>
                    </a:cubicBezTo>
                    <a:lnTo>
                      <a:pt x="15288" y="1834"/>
                    </a:lnTo>
                    <a:cubicBezTo>
                      <a:pt x="15074" y="1680"/>
                      <a:pt x="14777" y="1727"/>
                      <a:pt x="14634" y="1941"/>
                    </a:cubicBezTo>
                    <a:close/>
                    <a:moveTo>
                      <a:pt x="17622" y="6775"/>
                    </a:moveTo>
                    <a:lnTo>
                      <a:pt x="20563" y="6323"/>
                    </a:lnTo>
                    <a:lnTo>
                      <a:pt x="20122" y="3382"/>
                    </a:lnTo>
                    <a:close/>
                    <a:moveTo>
                      <a:pt x="16443" y="3287"/>
                    </a:moveTo>
                    <a:cubicBezTo>
                      <a:pt x="16301" y="3501"/>
                      <a:pt x="16324" y="3799"/>
                      <a:pt x="16539" y="3942"/>
                    </a:cubicBezTo>
                    <a:lnTo>
                      <a:pt x="16551" y="3966"/>
                    </a:lnTo>
                    <a:cubicBezTo>
                      <a:pt x="16753" y="4108"/>
                      <a:pt x="17051" y="4061"/>
                      <a:pt x="17205" y="3858"/>
                    </a:cubicBezTo>
                    <a:cubicBezTo>
                      <a:pt x="17348" y="3644"/>
                      <a:pt x="17313" y="3346"/>
                      <a:pt x="17098" y="3204"/>
                    </a:cubicBezTo>
                    <a:cubicBezTo>
                      <a:pt x="16908" y="3037"/>
                      <a:pt x="16610" y="3084"/>
                      <a:pt x="16443" y="3287"/>
                    </a:cubicBezTo>
                    <a:close/>
                    <a:moveTo>
                      <a:pt x="12705" y="787"/>
                    </a:moveTo>
                    <a:cubicBezTo>
                      <a:pt x="12693" y="822"/>
                      <a:pt x="12669" y="846"/>
                      <a:pt x="12669" y="882"/>
                    </a:cubicBezTo>
                    <a:cubicBezTo>
                      <a:pt x="12562" y="1120"/>
                      <a:pt x="12669" y="1382"/>
                      <a:pt x="12895" y="1489"/>
                    </a:cubicBezTo>
                    <a:lnTo>
                      <a:pt x="12931" y="1501"/>
                    </a:lnTo>
                    <a:cubicBezTo>
                      <a:pt x="13169" y="1608"/>
                      <a:pt x="13455" y="1489"/>
                      <a:pt x="13562" y="1251"/>
                    </a:cubicBezTo>
                    <a:cubicBezTo>
                      <a:pt x="13657" y="1013"/>
                      <a:pt x="13538" y="727"/>
                      <a:pt x="13300" y="632"/>
                    </a:cubicBezTo>
                    <a:cubicBezTo>
                      <a:pt x="13074" y="548"/>
                      <a:pt x="12824" y="608"/>
                      <a:pt x="12705" y="787"/>
                    </a:cubicBezTo>
                    <a:close/>
                    <a:moveTo>
                      <a:pt x="10526" y="215"/>
                    </a:moveTo>
                    <a:cubicBezTo>
                      <a:pt x="10478" y="275"/>
                      <a:pt x="10443" y="346"/>
                      <a:pt x="10431" y="429"/>
                    </a:cubicBezTo>
                    <a:cubicBezTo>
                      <a:pt x="10407" y="679"/>
                      <a:pt x="10586" y="929"/>
                      <a:pt x="10836" y="953"/>
                    </a:cubicBezTo>
                    <a:lnTo>
                      <a:pt x="10883" y="953"/>
                    </a:lnTo>
                    <a:cubicBezTo>
                      <a:pt x="11133" y="965"/>
                      <a:pt x="11371" y="775"/>
                      <a:pt x="11383" y="525"/>
                    </a:cubicBezTo>
                    <a:cubicBezTo>
                      <a:pt x="11395" y="275"/>
                      <a:pt x="11205" y="25"/>
                      <a:pt x="10955" y="13"/>
                    </a:cubicBezTo>
                    <a:cubicBezTo>
                      <a:pt x="10788" y="1"/>
                      <a:pt x="10621" y="72"/>
                      <a:pt x="10526" y="215"/>
                    </a:cubicBezTo>
                    <a:close/>
                    <a:moveTo>
                      <a:pt x="8288" y="275"/>
                    </a:moveTo>
                    <a:cubicBezTo>
                      <a:pt x="8216" y="370"/>
                      <a:pt x="8180" y="489"/>
                      <a:pt x="8204" y="632"/>
                    </a:cubicBezTo>
                    <a:cubicBezTo>
                      <a:pt x="8240" y="882"/>
                      <a:pt x="8478" y="1060"/>
                      <a:pt x="8740" y="1013"/>
                    </a:cubicBezTo>
                    <a:lnTo>
                      <a:pt x="8776" y="1001"/>
                    </a:lnTo>
                    <a:cubicBezTo>
                      <a:pt x="9038" y="953"/>
                      <a:pt x="9192" y="703"/>
                      <a:pt x="9157" y="453"/>
                    </a:cubicBezTo>
                    <a:cubicBezTo>
                      <a:pt x="9109" y="191"/>
                      <a:pt x="8859" y="36"/>
                      <a:pt x="8597" y="72"/>
                    </a:cubicBezTo>
                    <a:cubicBezTo>
                      <a:pt x="8466" y="108"/>
                      <a:pt x="8359" y="179"/>
                      <a:pt x="8288" y="275"/>
                    </a:cubicBezTo>
                    <a:close/>
                    <a:moveTo>
                      <a:pt x="6133" y="965"/>
                    </a:moveTo>
                    <a:cubicBezTo>
                      <a:pt x="6025" y="1108"/>
                      <a:pt x="6014" y="1299"/>
                      <a:pt x="6085" y="1465"/>
                    </a:cubicBezTo>
                    <a:cubicBezTo>
                      <a:pt x="6204" y="1703"/>
                      <a:pt x="6490" y="1787"/>
                      <a:pt x="6716" y="1668"/>
                    </a:cubicBezTo>
                    <a:lnTo>
                      <a:pt x="6740" y="1656"/>
                    </a:lnTo>
                    <a:cubicBezTo>
                      <a:pt x="6978" y="1549"/>
                      <a:pt x="7085" y="1263"/>
                      <a:pt x="6966" y="1025"/>
                    </a:cubicBezTo>
                    <a:cubicBezTo>
                      <a:pt x="6847" y="787"/>
                      <a:pt x="6573" y="691"/>
                      <a:pt x="6335" y="810"/>
                    </a:cubicBezTo>
                    <a:lnTo>
                      <a:pt x="6311" y="822"/>
                    </a:lnTo>
                    <a:cubicBezTo>
                      <a:pt x="6240" y="870"/>
                      <a:pt x="6180" y="906"/>
                      <a:pt x="6133" y="965"/>
                    </a:cubicBezTo>
                    <a:close/>
                    <a:moveTo>
                      <a:pt x="4287" y="2239"/>
                    </a:moveTo>
                    <a:cubicBezTo>
                      <a:pt x="4156" y="2406"/>
                      <a:pt x="4168" y="2668"/>
                      <a:pt x="4311" y="2846"/>
                    </a:cubicBezTo>
                    <a:cubicBezTo>
                      <a:pt x="4490" y="3037"/>
                      <a:pt x="4787" y="3037"/>
                      <a:pt x="4990" y="2858"/>
                    </a:cubicBezTo>
                    <a:lnTo>
                      <a:pt x="5001" y="2846"/>
                    </a:lnTo>
                    <a:cubicBezTo>
                      <a:pt x="5192" y="2668"/>
                      <a:pt x="5204" y="2370"/>
                      <a:pt x="5049" y="2180"/>
                    </a:cubicBezTo>
                    <a:cubicBezTo>
                      <a:pt x="4871" y="1977"/>
                      <a:pt x="4573" y="1965"/>
                      <a:pt x="4370" y="2144"/>
                    </a:cubicBezTo>
                    <a:lnTo>
                      <a:pt x="4347" y="2180"/>
                    </a:lnTo>
                    <a:close/>
                    <a:moveTo>
                      <a:pt x="168" y="7561"/>
                    </a:moveTo>
                    <a:lnTo>
                      <a:pt x="144" y="7597"/>
                    </a:lnTo>
                    <a:cubicBezTo>
                      <a:pt x="1" y="7799"/>
                      <a:pt x="37" y="8097"/>
                      <a:pt x="251" y="8252"/>
                    </a:cubicBezTo>
                    <a:cubicBezTo>
                      <a:pt x="465" y="8395"/>
                      <a:pt x="763" y="8347"/>
                      <a:pt x="906" y="8145"/>
                    </a:cubicBezTo>
                    <a:lnTo>
                      <a:pt x="918" y="8109"/>
                    </a:lnTo>
                    <a:cubicBezTo>
                      <a:pt x="1072" y="7906"/>
                      <a:pt x="1025" y="7609"/>
                      <a:pt x="822" y="7454"/>
                    </a:cubicBezTo>
                    <a:cubicBezTo>
                      <a:pt x="620" y="7311"/>
                      <a:pt x="322" y="7359"/>
                      <a:pt x="168" y="7561"/>
                    </a:cubicBezTo>
                    <a:close/>
                    <a:moveTo>
                      <a:pt x="1513" y="5751"/>
                    </a:moveTo>
                    <a:lnTo>
                      <a:pt x="1501" y="5775"/>
                    </a:lnTo>
                    <a:cubicBezTo>
                      <a:pt x="1358" y="5990"/>
                      <a:pt x="1394" y="6287"/>
                      <a:pt x="1608" y="6430"/>
                    </a:cubicBezTo>
                    <a:cubicBezTo>
                      <a:pt x="1811" y="6585"/>
                      <a:pt x="2108" y="6537"/>
                      <a:pt x="2263" y="6323"/>
                    </a:cubicBezTo>
                    <a:lnTo>
                      <a:pt x="2275" y="6299"/>
                    </a:lnTo>
                    <a:cubicBezTo>
                      <a:pt x="2430" y="6085"/>
                      <a:pt x="2382" y="5787"/>
                      <a:pt x="2168" y="5644"/>
                    </a:cubicBezTo>
                    <a:cubicBezTo>
                      <a:pt x="1965" y="5490"/>
                      <a:pt x="1668" y="5537"/>
                      <a:pt x="1513" y="5751"/>
                    </a:cubicBezTo>
                    <a:close/>
                    <a:moveTo>
                      <a:pt x="2858" y="3942"/>
                    </a:moveTo>
                    <a:lnTo>
                      <a:pt x="2846" y="3977"/>
                    </a:lnTo>
                    <a:cubicBezTo>
                      <a:pt x="2692" y="4180"/>
                      <a:pt x="2739" y="4478"/>
                      <a:pt x="2942" y="4632"/>
                    </a:cubicBezTo>
                    <a:cubicBezTo>
                      <a:pt x="3156" y="4775"/>
                      <a:pt x="3454" y="4728"/>
                      <a:pt x="3597" y="4525"/>
                    </a:cubicBezTo>
                    <a:lnTo>
                      <a:pt x="3620" y="4501"/>
                    </a:lnTo>
                    <a:cubicBezTo>
                      <a:pt x="3763" y="4287"/>
                      <a:pt x="3716" y="3989"/>
                      <a:pt x="3513" y="3846"/>
                    </a:cubicBezTo>
                    <a:cubicBezTo>
                      <a:pt x="3299" y="3692"/>
                      <a:pt x="3001" y="3739"/>
                      <a:pt x="2858" y="3942"/>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33" name="Google Shape;533;p26"/>
              <p:cNvSpPr/>
              <p:nvPr/>
            </p:nvSpPr>
            <p:spPr>
              <a:xfrm>
                <a:off x="5630713" y="2006800"/>
                <a:ext cx="310358" cy="565330"/>
              </a:xfrm>
              <a:custGeom>
                <a:avLst/>
                <a:gdLst/>
                <a:ahLst/>
                <a:cxnLst/>
                <a:rect l="l" t="t" r="r" b="b"/>
                <a:pathLst>
                  <a:path w="10753" h="19587" extrusionOk="0">
                    <a:moveTo>
                      <a:pt x="9752" y="12740"/>
                    </a:moveTo>
                    <a:cubicBezTo>
                      <a:pt x="9514" y="12645"/>
                      <a:pt x="9228" y="12764"/>
                      <a:pt x="9145" y="13002"/>
                    </a:cubicBezTo>
                    <a:lnTo>
                      <a:pt x="9121" y="13026"/>
                    </a:lnTo>
                    <a:cubicBezTo>
                      <a:pt x="9026" y="13264"/>
                      <a:pt x="9145" y="13550"/>
                      <a:pt x="9383" y="13633"/>
                    </a:cubicBezTo>
                    <a:cubicBezTo>
                      <a:pt x="9621" y="13740"/>
                      <a:pt x="9895" y="13621"/>
                      <a:pt x="9990" y="13383"/>
                    </a:cubicBezTo>
                    <a:lnTo>
                      <a:pt x="10002" y="13359"/>
                    </a:lnTo>
                    <a:cubicBezTo>
                      <a:pt x="10109" y="13133"/>
                      <a:pt x="10002" y="12847"/>
                      <a:pt x="9752" y="12740"/>
                    </a:cubicBezTo>
                    <a:close/>
                    <a:moveTo>
                      <a:pt x="5787" y="16836"/>
                    </a:moveTo>
                    <a:lnTo>
                      <a:pt x="6942" y="19586"/>
                    </a:lnTo>
                    <a:lnTo>
                      <a:pt x="9692" y="18443"/>
                    </a:lnTo>
                    <a:close/>
                    <a:moveTo>
                      <a:pt x="8907" y="14859"/>
                    </a:moveTo>
                    <a:cubicBezTo>
                      <a:pt x="8669" y="14752"/>
                      <a:pt x="8383" y="14871"/>
                      <a:pt x="8288" y="15110"/>
                    </a:cubicBezTo>
                    <a:lnTo>
                      <a:pt x="8288" y="15121"/>
                    </a:lnTo>
                    <a:cubicBezTo>
                      <a:pt x="8192" y="15360"/>
                      <a:pt x="8311" y="15645"/>
                      <a:pt x="8549" y="15741"/>
                    </a:cubicBezTo>
                    <a:cubicBezTo>
                      <a:pt x="8788" y="15836"/>
                      <a:pt x="9061" y="15717"/>
                      <a:pt x="9157" y="15479"/>
                    </a:cubicBezTo>
                    <a:cubicBezTo>
                      <a:pt x="9240" y="15229"/>
                      <a:pt x="9145" y="14943"/>
                      <a:pt x="8907" y="14859"/>
                    </a:cubicBezTo>
                    <a:close/>
                    <a:moveTo>
                      <a:pt x="10395" y="10621"/>
                    </a:moveTo>
                    <a:cubicBezTo>
                      <a:pt x="10359" y="10597"/>
                      <a:pt x="10335" y="10585"/>
                      <a:pt x="10288" y="10585"/>
                    </a:cubicBezTo>
                    <a:cubicBezTo>
                      <a:pt x="10038" y="10538"/>
                      <a:pt x="9800" y="10704"/>
                      <a:pt x="9752" y="10954"/>
                    </a:cubicBezTo>
                    <a:lnTo>
                      <a:pt x="9752" y="10990"/>
                    </a:lnTo>
                    <a:cubicBezTo>
                      <a:pt x="9704" y="11240"/>
                      <a:pt x="9883" y="11478"/>
                      <a:pt x="10157" y="11526"/>
                    </a:cubicBezTo>
                    <a:cubicBezTo>
                      <a:pt x="10407" y="11573"/>
                      <a:pt x="10645" y="11395"/>
                      <a:pt x="10693" y="11121"/>
                    </a:cubicBezTo>
                    <a:cubicBezTo>
                      <a:pt x="10716" y="10919"/>
                      <a:pt x="10597" y="10692"/>
                      <a:pt x="10395" y="10621"/>
                    </a:cubicBezTo>
                    <a:close/>
                    <a:moveTo>
                      <a:pt x="10419" y="8359"/>
                    </a:moveTo>
                    <a:cubicBezTo>
                      <a:pt x="10347" y="8323"/>
                      <a:pt x="10276" y="8311"/>
                      <a:pt x="10181" y="8323"/>
                    </a:cubicBezTo>
                    <a:cubicBezTo>
                      <a:pt x="9931" y="8359"/>
                      <a:pt x="9740" y="8597"/>
                      <a:pt x="9776" y="8847"/>
                    </a:cubicBezTo>
                    <a:lnTo>
                      <a:pt x="9776" y="8894"/>
                    </a:lnTo>
                    <a:cubicBezTo>
                      <a:pt x="9823" y="9144"/>
                      <a:pt x="10062" y="9323"/>
                      <a:pt x="10312" y="9275"/>
                    </a:cubicBezTo>
                    <a:cubicBezTo>
                      <a:pt x="10574" y="9228"/>
                      <a:pt x="10752" y="8990"/>
                      <a:pt x="10704" y="8728"/>
                    </a:cubicBezTo>
                    <a:cubicBezTo>
                      <a:pt x="10693" y="8561"/>
                      <a:pt x="10574" y="8418"/>
                      <a:pt x="10419" y="8359"/>
                    </a:cubicBezTo>
                    <a:close/>
                    <a:moveTo>
                      <a:pt x="9812" y="6192"/>
                    </a:moveTo>
                    <a:cubicBezTo>
                      <a:pt x="9692" y="6156"/>
                      <a:pt x="9561" y="6156"/>
                      <a:pt x="9442" y="6192"/>
                    </a:cubicBezTo>
                    <a:cubicBezTo>
                      <a:pt x="9204" y="6299"/>
                      <a:pt x="9085" y="6573"/>
                      <a:pt x="9204" y="6811"/>
                    </a:cubicBezTo>
                    <a:lnTo>
                      <a:pt x="9216" y="6847"/>
                    </a:lnTo>
                    <a:cubicBezTo>
                      <a:pt x="9323" y="7085"/>
                      <a:pt x="9597" y="7192"/>
                      <a:pt x="9835" y="7073"/>
                    </a:cubicBezTo>
                    <a:cubicBezTo>
                      <a:pt x="10073" y="6966"/>
                      <a:pt x="10181" y="6692"/>
                      <a:pt x="10062" y="6454"/>
                    </a:cubicBezTo>
                    <a:cubicBezTo>
                      <a:pt x="10014" y="6335"/>
                      <a:pt x="9931" y="6239"/>
                      <a:pt x="9812" y="6192"/>
                    </a:cubicBezTo>
                    <a:close/>
                    <a:moveTo>
                      <a:pt x="8609" y="4287"/>
                    </a:moveTo>
                    <a:cubicBezTo>
                      <a:pt x="8442" y="4227"/>
                      <a:pt x="8264" y="4251"/>
                      <a:pt x="8109" y="4370"/>
                    </a:cubicBezTo>
                    <a:cubicBezTo>
                      <a:pt x="7918" y="4525"/>
                      <a:pt x="7895" y="4823"/>
                      <a:pt x="8049" y="5037"/>
                    </a:cubicBezTo>
                    <a:lnTo>
                      <a:pt x="8061" y="5049"/>
                    </a:lnTo>
                    <a:cubicBezTo>
                      <a:pt x="8228" y="5239"/>
                      <a:pt x="8526" y="5275"/>
                      <a:pt x="8740" y="5108"/>
                    </a:cubicBezTo>
                    <a:cubicBezTo>
                      <a:pt x="8930" y="4942"/>
                      <a:pt x="8954" y="4644"/>
                      <a:pt x="8799" y="4442"/>
                    </a:cubicBezTo>
                    <a:lnTo>
                      <a:pt x="8764" y="4406"/>
                    </a:lnTo>
                    <a:cubicBezTo>
                      <a:pt x="8740" y="4346"/>
                      <a:pt x="8680" y="4311"/>
                      <a:pt x="8609" y="4287"/>
                    </a:cubicBezTo>
                    <a:close/>
                    <a:moveTo>
                      <a:pt x="6918" y="2798"/>
                    </a:moveTo>
                    <a:cubicBezTo>
                      <a:pt x="6716" y="2715"/>
                      <a:pt x="6478" y="2787"/>
                      <a:pt x="6335" y="2977"/>
                    </a:cubicBezTo>
                    <a:cubicBezTo>
                      <a:pt x="6204" y="3203"/>
                      <a:pt x="6263" y="3489"/>
                      <a:pt x="6490" y="3632"/>
                    </a:cubicBezTo>
                    <a:lnTo>
                      <a:pt x="6502" y="3656"/>
                    </a:lnTo>
                    <a:cubicBezTo>
                      <a:pt x="6728" y="3799"/>
                      <a:pt x="7014" y="3739"/>
                      <a:pt x="7156" y="3513"/>
                    </a:cubicBezTo>
                    <a:cubicBezTo>
                      <a:pt x="7311" y="3299"/>
                      <a:pt x="7252" y="3013"/>
                      <a:pt x="7025" y="2858"/>
                    </a:cubicBezTo>
                    <a:lnTo>
                      <a:pt x="6978" y="2834"/>
                    </a:lnTo>
                    <a:cubicBezTo>
                      <a:pt x="6966" y="2822"/>
                      <a:pt x="6930" y="2822"/>
                      <a:pt x="6918" y="2798"/>
                    </a:cubicBezTo>
                    <a:close/>
                    <a:moveTo>
                      <a:pt x="751" y="120"/>
                    </a:moveTo>
                    <a:lnTo>
                      <a:pt x="715" y="108"/>
                    </a:lnTo>
                    <a:cubicBezTo>
                      <a:pt x="477" y="1"/>
                      <a:pt x="191" y="120"/>
                      <a:pt x="108" y="358"/>
                    </a:cubicBezTo>
                    <a:cubicBezTo>
                      <a:pt x="1" y="596"/>
                      <a:pt x="120" y="882"/>
                      <a:pt x="358" y="977"/>
                    </a:cubicBezTo>
                    <a:lnTo>
                      <a:pt x="394" y="989"/>
                    </a:lnTo>
                    <a:cubicBezTo>
                      <a:pt x="632" y="1096"/>
                      <a:pt x="906" y="977"/>
                      <a:pt x="1001" y="739"/>
                    </a:cubicBezTo>
                    <a:cubicBezTo>
                      <a:pt x="1108" y="501"/>
                      <a:pt x="977" y="215"/>
                      <a:pt x="751" y="120"/>
                    </a:cubicBezTo>
                    <a:close/>
                    <a:moveTo>
                      <a:pt x="2834" y="977"/>
                    </a:moveTo>
                    <a:lnTo>
                      <a:pt x="2799" y="953"/>
                    </a:lnTo>
                    <a:cubicBezTo>
                      <a:pt x="2561" y="858"/>
                      <a:pt x="2275" y="977"/>
                      <a:pt x="2192" y="1203"/>
                    </a:cubicBezTo>
                    <a:cubicBezTo>
                      <a:pt x="2084" y="1453"/>
                      <a:pt x="2203" y="1727"/>
                      <a:pt x="2442" y="1822"/>
                    </a:cubicBezTo>
                    <a:lnTo>
                      <a:pt x="2477" y="1834"/>
                    </a:lnTo>
                    <a:cubicBezTo>
                      <a:pt x="2715" y="1941"/>
                      <a:pt x="2989" y="1822"/>
                      <a:pt x="3084" y="1584"/>
                    </a:cubicBezTo>
                    <a:cubicBezTo>
                      <a:pt x="3192" y="1358"/>
                      <a:pt x="3061" y="1072"/>
                      <a:pt x="2834" y="977"/>
                    </a:cubicBezTo>
                    <a:close/>
                    <a:moveTo>
                      <a:pt x="4918" y="1834"/>
                    </a:moveTo>
                    <a:lnTo>
                      <a:pt x="4882" y="1822"/>
                    </a:lnTo>
                    <a:cubicBezTo>
                      <a:pt x="4644" y="1715"/>
                      <a:pt x="4358" y="1834"/>
                      <a:pt x="4275" y="2072"/>
                    </a:cubicBezTo>
                    <a:cubicBezTo>
                      <a:pt x="4168" y="2310"/>
                      <a:pt x="4287" y="2596"/>
                      <a:pt x="4525" y="2679"/>
                    </a:cubicBezTo>
                    <a:lnTo>
                      <a:pt x="4561" y="2703"/>
                    </a:lnTo>
                    <a:cubicBezTo>
                      <a:pt x="4799" y="2798"/>
                      <a:pt x="5073" y="2679"/>
                      <a:pt x="5168" y="2441"/>
                    </a:cubicBezTo>
                    <a:cubicBezTo>
                      <a:pt x="5275" y="2203"/>
                      <a:pt x="5168" y="1941"/>
                      <a:pt x="4918" y="1834"/>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4" name="Google Shape;534;p26"/>
              <p:cNvSpPr/>
              <p:nvPr/>
            </p:nvSpPr>
            <p:spPr>
              <a:xfrm>
                <a:off x="3447207" y="3977243"/>
                <a:ext cx="544029" cy="379080"/>
              </a:xfrm>
              <a:custGeom>
                <a:avLst/>
                <a:gdLst/>
                <a:ahLst/>
                <a:cxnLst/>
                <a:rect l="l" t="t" r="r" b="b"/>
                <a:pathLst>
                  <a:path w="18849" h="13134" extrusionOk="0">
                    <a:moveTo>
                      <a:pt x="3501" y="7097"/>
                    </a:moveTo>
                    <a:cubicBezTo>
                      <a:pt x="3751" y="7025"/>
                      <a:pt x="3894" y="6764"/>
                      <a:pt x="3834" y="6525"/>
                    </a:cubicBezTo>
                    <a:lnTo>
                      <a:pt x="3810" y="6490"/>
                    </a:lnTo>
                    <a:cubicBezTo>
                      <a:pt x="3739" y="6240"/>
                      <a:pt x="3477" y="6109"/>
                      <a:pt x="3239" y="6168"/>
                    </a:cubicBezTo>
                    <a:cubicBezTo>
                      <a:pt x="2977" y="6240"/>
                      <a:pt x="2846" y="6502"/>
                      <a:pt x="2917" y="6740"/>
                    </a:cubicBezTo>
                    <a:lnTo>
                      <a:pt x="2941" y="6775"/>
                    </a:lnTo>
                    <a:cubicBezTo>
                      <a:pt x="3001" y="7025"/>
                      <a:pt x="3263" y="7180"/>
                      <a:pt x="3501" y="7097"/>
                    </a:cubicBezTo>
                    <a:close/>
                    <a:moveTo>
                      <a:pt x="4049" y="1430"/>
                    </a:moveTo>
                    <a:lnTo>
                      <a:pt x="1429" y="1"/>
                    </a:lnTo>
                    <a:lnTo>
                      <a:pt x="0" y="2620"/>
                    </a:lnTo>
                    <a:close/>
                    <a:moveTo>
                      <a:pt x="2882" y="4918"/>
                    </a:moveTo>
                    <a:cubicBezTo>
                      <a:pt x="3132" y="4835"/>
                      <a:pt x="3275" y="4585"/>
                      <a:pt x="3203" y="4335"/>
                    </a:cubicBezTo>
                    <a:lnTo>
                      <a:pt x="3203" y="4323"/>
                    </a:lnTo>
                    <a:cubicBezTo>
                      <a:pt x="3132" y="4061"/>
                      <a:pt x="2858" y="3930"/>
                      <a:pt x="2620" y="3989"/>
                    </a:cubicBezTo>
                    <a:cubicBezTo>
                      <a:pt x="2370" y="4061"/>
                      <a:pt x="2239" y="4335"/>
                      <a:pt x="2298" y="4573"/>
                    </a:cubicBezTo>
                    <a:cubicBezTo>
                      <a:pt x="2358" y="4835"/>
                      <a:pt x="2620" y="4990"/>
                      <a:pt x="2882" y="4918"/>
                    </a:cubicBezTo>
                    <a:close/>
                    <a:moveTo>
                      <a:pt x="4346" y="9169"/>
                    </a:moveTo>
                    <a:lnTo>
                      <a:pt x="4441" y="9121"/>
                    </a:lnTo>
                    <a:cubicBezTo>
                      <a:pt x="4668" y="8990"/>
                      <a:pt x="4751" y="8728"/>
                      <a:pt x="4620" y="8502"/>
                    </a:cubicBezTo>
                    <a:lnTo>
                      <a:pt x="4608" y="8466"/>
                    </a:lnTo>
                    <a:cubicBezTo>
                      <a:pt x="4465" y="8252"/>
                      <a:pt x="4191" y="8168"/>
                      <a:pt x="3965" y="8288"/>
                    </a:cubicBezTo>
                    <a:cubicBezTo>
                      <a:pt x="3739" y="8418"/>
                      <a:pt x="3668" y="8704"/>
                      <a:pt x="3787" y="8930"/>
                    </a:cubicBezTo>
                    <a:cubicBezTo>
                      <a:pt x="3906" y="9145"/>
                      <a:pt x="4144" y="9228"/>
                      <a:pt x="4346" y="9169"/>
                    </a:cubicBezTo>
                    <a:close/>
                    <a:moveTo>
                      <a:pt x="5739" y="10955"/>
                    </a:moveTo>
                    <a:cubicBezTo>
                      <a:pt x="5811" y="10943"/>
                      <a:pt x="5882" y="10895"/>
                      <a:pt x="5942" y="10835"/>
                    </a:cubicBezTo>
                    <a:cubicBezTo>
                      <a:pt x="6120" y="10645"/>
                      <a:pt x="6120" y="10359"/>
                      <a:pt x="5942" y="10169"/>
                    </a:cubicBezTo>
                    <a:lnTo>
                      <a:pt x="5918" y="10133"/>
                    </a:lnTo>
                    <a:cubicBezTo>
                      <a:pt x="5715" y="9954"/>
                      <a:pt x="5418" y="9978"/>
                      <a:pt x="5239" y="10169"/>
                    </a:cubicBezTo>
                    <a:cubicBezTo>
                      <a:pt x="5061" y="10359"/>
                      <a:pt x="5084" y="10657"/>
                      <a:pt x="5275" y="10835"/>
                    </a:cubicBezTo>
                    <a:cubicBezTo>
                      <a:pt x="5394" y="10955"/>
                      <a:pt x="5573" y="11002"/>
                      <a:pt x="5739" y="10955"/>
                    </a:cubicBezTo>
                    <a:close/>
                    <a:moveTo>
                      <a:pt x="7549" y="12252"/>
                    </a:moveTo>
                    <a:cubicBezTo>
                      <a:pt x="7668" y="12217"/>
                      <a:pt x="7775" y="12133"/>
                      <a:pt x="7835" y="12026"/>
                    </a:cubicBezTo>
                    <a:cubicBezTo>
                      <a:pt x="7954" y="11788"/>
                      <a:pt x="7870" y="11526"/>
                      <a:pt x="7644" y="11395"/>
                    </a:cubicBezTo>
                    <a:lnTo>
                      <a:pt x="7597" y="11383"/>
                    </a:lnTo>
                    <a:cubicBezTo>
                      <a:pt x="7359" y="11264"/>
                      <a:pt x="7073" y="11371"/>
                      <a:pt x="6966" y="11597"/>
                    </a:cubicBezTo>
                    <a:cubicBezTo>
                      <a:pt x="6847" y="11836"/>
                      <a:pt x="6954" y="12109"/>
                      <a:pt x="7180" y="12217"/>
                    </a:cubicBezTo>
                    <a:cubicBezTo>
                      <a:pt x="7311" y="12276"/>
                      <a:pt x="7442" y="12276"/>
                      <a:pt x="7549" y="12252"/>
                    </a:cubicBezTo>
                    <a:close/>
                    <a:moveTo>
                      <a:pt x="9692" y="12990"/>
                    </a:moveTo>
                    <a:cubicBezTo>
                      <a:pt x="9859" y="12955"/>
                      <a:pt x="9990" y="12812"/>
                      <a:pt x="10026" y="12633"/>
                    </a:cubicBezTo>
                    <a:cubicBezTo>
                      <a:pt x="10061" y="12383"/>
                      <a:pt x="9906" y="12133"/>
                      <a:pt x="9645" y="12086"/>
                    </a:cubicBezTo>
                    <a:lnTo>
                      <a:pt x="9621" y="12086"/>
                    </a:lnTo>
                    <a:cubicBezTo>
                      <a:pt x="9359" y="12026"/>
                      <a:pt x="9109" y="12193"/>
                      <a:pt x="9061" y="12455"/>
                    </a:cubicBezTo>
                    <a:cubicBezTo>
                      <a:pt x="9013" y="12717"/>
                      <a:pt x="9168" y="12967"/>
                      <a:pt x="9442" y="13014"/>
                    </a:cubicBezTo>
                    <a:lnTo>
                      <a:pt x="9478" y="13014"/>
                    </a:lnTo>
                    <a:cubicBezTo>
                      <a:pt x="9549" y="13026"/>
                      <a:pt x="9621" y="13026"/>
                      <a:pt x="9692" y="12990"/>
                    </a:cubicBezTo>
                    <a:close/>
                    <a:moveTo>
                      <a:pt x="11942" y="13098"/>
                    </a:moveTo>
                    <a:cubicBezTo>
                      <a:pt x="12145" y="13038"/>
                      <a:pt x="12300" y="12836"/>
                      <a:pt x="12288" y="12598"/>
                    </a:cubicBezTo>
                    <a:cubicBezTo>
                      <a:pt x="12252" y="12336"/>
                      <a:pt x="12014" y="12145"/>
                      <a:pt x="11764" y="12181"/>
                    </a:cubicBezTo>
                    <a:lnTo>
                      <a:pt x="11740" y="12181"/>
                    </a:lnTo>
                    <a:cubicBezTo>
                      <a:pt x="11490" y="12193"/>
                      <a:pt x="11299" y="12431"/>
                      <a:pt x="11311" y="12681"/>
                    </a:cubicBezTo>
                    <a:cubicBezTo>
                      <a:pt x="11335" y="12931"/>
                      <a:pt x="11573" y="13133"/>
                      <a:pt x="11823" y="13110"/>
                    </a:cubicBezTo>
                    <a:lnTo>
                      <a:pt x="11859" y="13110"/>
                    </a:lnTo>
                    <a:cubicBezTo>
                      <a:pt x="11883" y="13110"/>
                      <a:pt x="11907" y="13110"/>
                      <a:pt x="11942" y="13098"/>
                    </a:cubicBezTo>
                    <a:close/>
                    <a:moveTo>
                      <a:pt x="18431" y="11347"/>
                    </a:moveTo>
                    <a:lnTo>
                      <a:pt x="18455" y="11324"/>
                    </a:lnTo>
                    <a:cubicBezTo>
                      <a:pt x="18717" y="11252"/>
                      <a:pt x="18848" y="10990"/>
                      <a:pt x="18789" y="10752"/>
                    </a:cubicBezTo>
                    <a:cubicBezTo>
                      <a:pt x="18717" y="10490"/>
                      <a:pt x="18443" y="10359"/>
                      <a:pt x="18205" y="10419"/>
                    </a:cubicBezTo>
                    <a:lnTo>
                      <a:pt x="18181" y="10431"/>
                    </a:lnTo>
                    <a:cubicBezTo>
                      <a:pt x="17919" y="10514"/>
                      <a:pt x="17788" y="10776"/>
                      <a:pt x="17848" y="11014"/>
                    </a:cubicBezTo>
                    <a:cubicBezTo>
                      <a:pt x="17919" y="11264"/>
                      <a:pt x="18181" y="11419"/>
                      <a:pt x="18431" y="11347"/>
                    </a:cubicBezTo>
                    <a:close/>
                    <a:moveTo>
                      <a:pt x="16276" y="11978"/>
                    </a:moveTo>
                    <a:lnTo>
                      <a:pt x="16300" y="11967"/>
                    </a:lnTo>
                    <a:cubicBezTo>
                      <a:pt x="16550" y="11895"/>
                      <a:pt x="16693" y="11621"/>
                      <a:pt x="16633" y="11383"/>
                    </a:cubicBezTo>
                    <a:cubicBezTo>
                      <a:pt x="16550" y="11133"/>
                      <a:pt x="16288" y="11002"/>
                      <a:pt x="16050" y="11062"/>
                    </a:cubicBezTo>
                    <a:lnTo>
                      <a:pt x="16014" y="11074"/>
                    </a:lnTo>
                    <a:cubicBezTo>
                      <a:pt x="15764" y="11145"/>
                      <a:pt x="15633" y="11419"/>
                      <a:pt x="15705" y="11657"/>
                    </a:cubicBezTo>
                    <a:cubicBezTo>
                      <a:pt x="15752" y="11907"/>
                      <a:pt x="16014" y="12062"/>
                      <a:pt x="16276" y="11978"/>
                    </a:cubicBezTo>
                    <a:close/>
                    <a:moveTo>
                      <a:pt x="14097" y="12609"/>
                    </a:moveTo>
                    <a:lnTo>
                      <a:pt x="14133" y="12598"/>
                    </a:lnTo>
                    <a:cubicBezTo>
                      <a:pt x="14383" y="12514"/>
                      <a:pt x="14514" y="12252"/>
                      <a:pt x="14455" y="12014"/>
                    </a:cubicBezTo>
                    <a:cubicBezTo>
                      <a:pt x="14383" y="11764"/>
                      <a:pt x="14109" y="11621"/>
                      <a:pt x="13871" y="11681"/>
                    </a:cubicBezTo>
                    <a:lnTo>
                      <a:pt x="13847" y="11705"/>
                    </a:lnTo>
                    <a:cubicBezTo>
                      <a:pt x="13597" y="11776"/>
                      <a:pt x="13455" y="12038"/>
                      <a:pt x="13514" y="12276"/>
                    </a:cubicBezTo>
                    <a:cubicBezTo>
                      <a:pt x="13597" y="12550"/>
                      <a:pt x="13847" y="12681"/>
                      <a:pt x="14097" y="12609"/>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535" name="Google Shape;535;p26"/>
              <p:cNvSpPr/>
              <p:nvPr/>
            </p:nvSpPr>
            <p:spPr>
              <a:xfrm>
                <a:off x="4473327" y="1561452"/>
                <a:ext cx="127515" cy="148815"/>
              </a:xfrm>
              <a:custGeom>
                <a:avLst/>
                <a:gdLst/>
                <a:ahLst/>
                <a:cxnLst/>
                <a:rect l="l" t="t" r="r" b="b"/>
                <a:pathLst>
                  <a:path w="4418" h="5156" extrusionOk="0">
                    <a:moveTo>
                      <a:pt x="2191" y="1250"/>
                    </a:moveTo>
                    <a:cubicBezTo>
                      <a:pt x="2453" y="1250"/>
                      <a:pt x="2644" y="1381"/>
                      <a:pt x="2810" y="1619"/>
                    </a:cubicBezTo>
                    <a:cubicBezTo>
                      <a:pt x="2965" y="1857"/>
                      <a:pt x="3049" y="2179"/>
                      <a:pt x="3049" y="2572"/>
                    </a:cubicBezTo>
                    <a:cubicBezTo>
                      <a:pt x="3049" y="2977"/>
                      <a:pt x="2965" y="3286"/>
                      <a:pt x="2810" y="3524"/>
                    </a:cubicBezTo>
                    <a:cubicBezTo>
                      <a:pt x="2644" y="3762"/>
                      <a:pt x="2453" y="3881"/>
                      <a:pt x="2191" y="3881"/>
                    </a:cubicBezTo>
                    <a:cubicBezTo>
                      <a:pt x="1929" y="3881"/>
                      <a:pt x="1715" y="3762"/>
                      <a:pt x="1572" y="3524"/>
                    </a:cubicBezTo>
                    <a:cubicBezTo>
                      <a:pt x="1405" y="3286"/>
                      <a:pt x="1334" y="2977"/>
                      <a:pt x="1334" y="2572"/>
                    </a:cubicBezTo>
                    <a:cubicBezTo>
                      <a:pt x="1334" y="2191"/>
                      <a:pt x="1417" y="1857"/>
                      <a:pt x="1572" y="1619"/>
                    </a:cubicBezTo>
                    <a:cubicBezTo>
                      <a:pt x="1739" y="1369"/>
                      <a:pt x="1941" y="1250"/>
                      <a:pt x="2191" y="1250"/>
                    </a:cubicBezTo>
                    <a:close/>
                    <a:moveTo>
                      <a:pt x="2215" y="0"/>
                    </a:moveTo>
                    <a:cubicBezTo>
                      <a:pt x="1894" y="0"/>
                      <a:pt x="1596" y="60"/>
                      <a:pt x="1334" y="191"/>
                    </a:cubicBezTo>
                    <a:cubicBezTo>
                      <a:pt x="1060" y="333"/>
                      <a:pt x="822" y="512"/>
                      <a:pt x="632" y="726"/>
                    </a:cubicBezTo>
                    <a:cubicBezTo>
                      <a:pt x="441" y="964"/>
                      <a:pt x="274" y="1238"/>
                      <a:pt x="167" y="1548"/>
                    </a:cubicBezTo>
                    <a:cubicBezTo>
                      <a:pt x="60" y="1857"/>
                      <a:pt x="1" y="2203"/>
                      <a:pt x="1" y="2572"/>
                    </a:cubicBezTo>
                    <a:cubicBezTo>
                      <a:pt x="1" y="2953"/>
                      <a:pt x="60" y="3286"/>
                      <a:pt x="167" y="3608"/>
                    </a:cubicBezTo>
                    <a:cubicBezTo>
                      <a:pt x="274" y="3917"/>
                      <a:pt x="441" y="4203"/>
                      <a:pt x="632" y="4417"/>
                    </a:cubicBezTo>
                    <a:cubicBezTo>
                      <a:pt x="822" y="4655"/>
                      <a:pt x="1060" y="4822"/>
                      <a:pt x="1334" y="4953"/>
                    </a:cubicBezTo>
                    <a:cubicBezTo>
                      <a:pt x="1596" y="5096"/>
                      <a:pt x="1894" y="5155"/>
                      <a:pt x="2215" y="5155"/>
                    </a:cubicBezTo>
                    <a:cubicBezTo>
                      <a:pt x="2525" y="5155"/>
                      <a:pt x="2822" y="5096"/>
                      <a:pt x="3084" y="4953"/>
                    </a:cubicBezTo>
                    <a:cubicBezTo>
                      <a:pt x="3358" y="4822"/>
                      <a:pt x="3596" y="4643"/>
                      <a:pt x="3787" y="4417"/>
                    </a:cubicBezTo>
                    <a:cubicBezTo>
                      <a:pt x="3977" y="4179"/>
                      <a:pt x="4132" y="3917"/>
                      <a:pt x="4251" y="3608"/>
                    </a:cubicBezTo>
                    <a:cubicBezTo>
                      <a:pt x="4358" y="3286"/>
                      <a:pt x="4418" y="2953"/>
                      <a:pt x="4418" y="2572"/>
                    </a:cubicBezTo>
                    <a:cubicBezTo>
                      <a:pt x="4418" y="2203"/>
                      <a:pt x="4358" y="1857"/>
                      <a:pt x="4251" y="1548"/>
                    </a:cubicBezTo>
                    <a:cubicBezTo>
                      <a:pt x="4144" y="1238"/>
                      <a:pt x="3977" y="953"/>
                      <a:pt x="3787" y="726"/>
                    </a:cubicBezTo>
                    <a:cubicBezTo>
                      <a:pt x="3596" y="512"/>
                      <a:pt x="3358" y="333"/>
                      <a:pt x="3084" y="191"/>
                    </a:cubicBezTo>
                    <a:cubicBezTo>
                      <a:pt x="2822" y="60"/>
                      <a:pt x="2525" y="0"/>
                      <a:pt x="2215"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36" name="Google Shape;536;p26"/>
              <p:cNvSpPr/>
              <p:nvPr/>
            </p:nvSpPr>
            <p:spPr>
              <a:xfrm>
                <a:off x="4621449" y="1565897"/>
                <a:ext cx="121309" cy="141628"/>
              </a:xfrm>
              <a:custGeom>
                <a:avLst/>
                <a:gdLst/>
                <a:ahLst/>
                <a:cxnLst/>
                <a:rect l="l" t="t" r="r" b="b"/>
                <a:pathLst>
                  <a:path w="4203" h="4907" extrusionOk="0">
                    <a:moveTo>
                      <a:pt x="2238" y="1"/>
                    </a:moveTo>
                    <a:cubicBezTo>
                      <a:pt x="1988" y="1"/>
                      <a:pt x="1750" y="25"/>
                      <a:pt x="1524" y="72"/>
                    </a:cubicBezTo>
                    <a:cubicBezTo>
                      <a:pt x="1310" y="108"/>
                      <a:pt x="1095" y="179"/>
                      <a:pt x="905" y="251"/>
                    </a:cubicBezTo>
                    <a:cubicBezTo>
                      <a:pt x="714" y="322"/>
                      <a:pt x="536" y="406"/>
                      <a:pt x="381" y="501"/>
                    </a:cubicBezTo>
                    <a:cubicBezTo>
                      <a:pt x="238" y="608"/>
                      <a:pt x="119" y="691"/>
                      <a:pt x="24" y="799"/>
                    </a:cubicBezTo>
                    <a:lnTo>
                      <a:pt x="893" y="1799"/>
                    </a:lnTo>
                    <a:cubicBezTo>
                      <a:pt x="1048" y="1620"/>
                      <a:pt x="1215" y="1465"/>
                      <a:pt x="1393" y="1346"/>
                    </a:cubicBezTo>
                    <a:cubicBezTo>
                      <a:pt x="1560" y="1227"/>
                      <a:pt x="1762" y="1168"/>
                      <a:pt x="2000" y="1168"/>
                    </a:cubicBezTo>
                    <a:cubicBezTo>
                      <a:pt x="2215" y="1168"/>
                      <a:pt x="2358" y="1227"/>
                      <a:pt x="2477" y="1322"/>
                    </a:cubicBezTo>
                    <a:cubicBezTo>
                      <a:pt x="2584" y="1418"/>
                      <a:pt x="2643" y="1537"/>
                      <a:pt x="2643" y="1703"/>
                    </a:cubicBezTo>
                    <a:cubicBezTo>
                      <a:pt x="2643" y="1775"/>
                      <a:pt x="2608" y="1858"/>
                      <a:pt x="2572" y="1918"/>
                    </a:cubicBezTo>
                    <a:cubicBezTo>
                      <a:pt x="2524" y="1977"/>
                      <a:pt x="2453" y="2037"/>
                      <a:pt x="2346" y="2108"/>
                    </a:cubicBezTo>
                    <a:cubicBezTo>
                      <a:pt x="2238" y="2180"/>
                      <a:pt x="2108" y="2275"/>
                      <a:pt x="1929" y="2358"/>
                    </a:cubicBezTo>
                    <a:cubicBezTo>
                      <a:pt x="1750" y="2453"/>
                      <a:pt x="1524" y="2573"/>
                      <a:pt x="1262" y="2715"/>
                    </a:cubicBezTo>
                    <a:cubicBezTo>
                      <a:pt x="1024" y="2858"/>
                      <a:pt x="810" y="3001"/>
                      <a:pt x="655" y="3156"/>
                    </a:cubicBezTo>
                    <a:cubicBezTo>
                      <a:pt x="488" y="3299"/>
                      <a:pt x="357" y="3454"/>
                      <a:pt x="262" y="3620"/>
                    </a:cubicBezTo>
                    <a:cubicBezTo>
                      <a:pt x="155" y="3787"/>
                      <a:pt x="95" y="3977"/>
                      <a:pt x="60" y="4192"/>
                    </a:cubicBezTo>
                    <a:cubicBezTo>
                      <a:pt x="12" y="4406"/>
                      <a:pt x="0" y="4644"/>
                      <a:pt x="0" y="4906"/>
                    </a:cubicBezTo>
                    <a:lnTo>
                      <a:pt x="4203" y="4906"/>
                    </a:lnTo>
                    <a:lnTo>
                      <a:pt x="4203" y="3680"/>
                    </a:lnTo>
                    <a:lnTo>
                      <a:pt x="1917" y="3680"/>
                    </a:lnTo>
                    <a:cubicBezTo>
                      <a:pt x="1965" y="3620"/>
                      <a:pt x="2036" y="3561"/>
                      <a:pt x="2143" y="3489"/>
                    </a:cubicBezTo>
                    <a:cubicBezTo>
                      <a:pt x="2238" y="3418"/>
                      <a:pt x="2346" y="3358"/>
                      <a:pt x="2465" y="3287"/>
                    </a:cubicBezTo>
                    <a:cubicBezTo>
                      <a:pt x="2584" y="3204"/>
                      <a:pt x="2703" y="3144"/>
                      <a:pt x="2822" y="3073"/>
                    </a:cubicBezTo>
                    <a:cubicBezTo>
                      <a:pt x="2941" y="3001"/>
                      <a:pt x="3036" y="2942"/>
                      <a:pt x="3120" y="2894"/>
                    </a:cubicBezTo>
                    <a:cubicBezTo>
                      <a:pt x="3239" y="2823"/>
                      <a:pt x="3358" y="2751"/>
                      <a:pt x="3477" y="2656"/>
                    </a:cubicBezTo>
                    <a:cubicBezTo>
                      <a:pt x="3596" y="2584"/>
                      <a:pt x="3715" y="2477"/>
                      <a:pt x="3810" y="2358"/>
                    </a:cubicBezTo>
                    <a:cubicBezTo>
                      <a:pt x="3905" y="2263"/>
                      <a:pt x="3989" y="2120"/>
                      <a:pt x="4048" y="1977"/>
                    </a:cubicBezTo>
                    <a:cubicBezTo>
                      <a:pt x="4108" y="1822"/>
                      <a:pt x="4132" y="1644"/>
                      <a:pt x="4132" y="1465"/>
                    </a:cubicBezTo>
                    <a:cubicBezTo>
                      <a:pt x="4132" y="1025"/>
                      <a:pt x="3965" y="668"/>
                      <a:pt x="3643" y="394"/>
                    </a:cubicBezTo>
                    <a:cubicBezTo>
                      <a:pt x="3310" y="132"/>
                      <a:pt x="2858" y="1"/>
                      <a:pt x="2238"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537" name="Google Shape;537;p26"/>
              <p:cNvSpPr/>
              <p:nvPr/>
            </p:nvSpPr>
            <p:spPr>
              <a:xfrm>
                <a:off x="5490181" y="2261108"/>
                <a:ext cx="127168" cy="148815"/>
              </a:xfrm>
              <a:custGeom>
                <a:avLst/>
                <a:gdLst/>
                <a:ahLst/>
                <a:cxnLst/>
                <a:rect l="l" t="t" r="r" b="b"/>
                <a:pathLst>
                  <a:path w="4406" h="5156" extrusionOk="0">
                    <a:moveTo>
                      <a:pt x="2191" y="1250"/>
                    </a:moveTo>
                    <a:cubicBezTo>
                      <a:pt x="2441" y="1250"/>
                      <a:pt x="2643" y="1393"/>
                      <a:pt x="2798" y="1631"/>
                    </a:cubicBezTo>
                    <a:cubicBezTo>
                      <a:pt x="2965" y="1869"/>
                      <a:pt x="3036" y="2179"/>
                      <a:pt x="3036" y="2584"/>
                    </a:cubicBezTo>
                    <a:cubicBezTo>
                      <a:pt x="3036" y="2965"/>
                      <a:pt x="2965" y="3298"/>
                      <a:pt x="2798" y="3536"/>
                    </a:cubicBezTo>
                    <a:cubicBezTo>
                      <a:pt x="2643" y="3762"/>
                      <a:pt x="2441" y="3893"/>
                      <a:pt x="2191" y="3893"/>
                    </a:cubicBezTo>
                    <a:cubicBezTo>
                      <a:pt x="1929" y="3893"/>
                      <a:pt x="1715" y="3774"/>
                      <a:pt x="1572" y="3536"/>
                    </a:cubicBezTo>
                    <a:cubicBezTo>
                      <a:pt x="1405" y="3298"/>
                      <a:pt x="1334" y="2977"/>
                      <a:pt x="1334" y="2584"/>
                    </a:cubicBezTo>
                    <a:cubicBezTo>
                      <a:pt x="1334" y="2191"/>
                      <a:pt x="1417" y="1869"/>
                      <a:pt x="1572" y="1631"/>
                    </a:cubicBezTo>
                    <a:cubicBezTo>
                      <a:pt x="1727" y="1369"/>
                      <a:pt x="1941" y="1250"/>
                      <a:pt x="2191" y="1250"/>
                    </a:cubicBezTo>
                    <a:close/>
                    <a:moveTo>
                      <a:pt x="2203" y="0"/>
                    </a:moveTo>
                    <a:cubicBezTo>
                      <a:pt x="1893" y="0"/>
                      <a:pt x="1596" y="60"/>
                      <a:pt x="1334" y="203"/>
                    </a:cubicBezTo>
                    <a:cubicBezTo>
                      <a:pt x="1060" y="333"/>
                      <a:pt x="822" y="512"/>
                      <a:pt x="631" y="738"/>
                    </a:cubicBezTo>
                    <a:cubicBezTo>
                      <a:pt x="441" y="976"/>
                      <a:pt x="274" y="1238"/>
                      <a:pt x="167" y="1548"/>
                    </a:cubicBezTo>
                    <a:cubicBezTo>
                      <a:pt x="60" y="1869"/>
                      <a:pt x="0" y="2203"/>
                      <a:pt x="0" y="2584"/>
                    </a:cubicBezTo>
                    <a:cubicBezTo>
                      <a:pt x="0" y="2953"/>
                      <a:pt x="60" y="3298"/>
                      <a:pt x="167" y="3608"/>
                    </a:cubicBezTo>
                    <a:cubicBezTo>
                      <a:pt x="274" y="3917"/>
                      <a:pt x="441" y="4203"/>
                      <a:pt x="631" y="4429"/>
                    </a:cubicBezTo>
                    <a:cubicBezTo>
                      <a:pt x="822" y="4667"/>
                      <a:pt x="1060" y="4822"/>
                      <a:pt x="1334" y="4965"/>
                    </a:cubicBezTo>
                    <a:cubicBezTo>
                      <a:pt x="1596" y="5096"/>
                      <a:pt x="1893" y="5156"/>
                      <a:pt x="2203" y="5156"/>
                    </a:cubicBezTo>
                    <a:cubicBezTo>
                      <a:pt x="2524" y="5156"/>
                      <a:pt x="2822" y="5096"/>
                      <a:pt x="3084" y="4965"/>
                    </a:cubicBezTo>
                    <a:cubicBezTo>
                      <a:pt x="3358" y="4822"/>
                      <a:pt x="3596" y="4644"/>
                      <a:pt x="3786" y="4429"/>
                    </a:cubicBezTo>
                    <a:cubicBezTo>
                      <a:pt x="3977" y="4191"/>
                      <a:pt x="4132" y="3917"/>
                      <a:pt x="4251" y="3608"/>
                    </a:cubicBezTo>
                    <a:cubicBezTo>
                      <a:pt x="4346" y="3298"/>
                      <a:pt x="4405" y="2953"/>
                      <a:pt x="4405" y="2584"/>
                    </a:cubicBezTo>
                    <a:cubicBezTo>
                      <a:pt x="4405" y="2203"/>
                      <a:pt x="4346" y="1869"/>
                      <a:pt x="4251" y="1548"/>
                    </a:cubicBezTo>
                    <a:cubicBezTo>
                      <a:pt x="4143" y="1238"/>
                      <a:pt x="3977" y="953"/>
                      <a:pt x="3786" y="738"/>
                    </a:cubicBezTo>
                    <a:cubicBezTo>
                      <a:pt x="3596" y="512"/>
                      <a:pt x="3358" y="333"/>
                      <a:pt x="3084" y="203"/>
                    </a:cubicBezTo>
                    <a:cubicBezTo>
                      <a:pt x="2822" y="60"/>
                      <a:pt x="2524" y="0"/>
                      <a:pt x="2203"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8" name="Google Shape;538;p26"/>
              <p:cNvSpPr/>
              <p:nvPr/>
            </p:nvSpPr>
            <p:spPr>
              <a:xfrm>
                <a:off x="5633801" y="2265899"/>
                <a:ext cx="124426" cy="176667"/>
              </a:xfrm>
              <a:custGeom>
                <a:avLst/>
                <a:gdLst/>
                <a:ahLst/>
                <a:cxnLst/>
                <a:rect l="l" t="t" r="r" b="b"/>
                <a:pathLst>
                  <a:path w="4311" h="6121" extrusionOk="0">
                    <a:moveTo>
                      <a:pt x="2215" y="1"/>
                    </a:moveTo>
                    <a:cubicBezTo>
                      <a:pt x="1989" y="1"/>
                      <a:pt x="1775" y="13"/>
                      <a:pt x="1561" y="60"/>
                    </a:cubicBezTo>
                    <a:cubicBezTo>
                      <a:pt x="1358" y="108"/>
                      <a:pt x="1144" y="156"/>
                      <a:pt x="965" y="227"/>
                    </a:cubicBezTo>
                    <a:cubicBezTo>
                      <a:pt x="775" y="287"/>
                      <a:pt x="608" y="370"/>
                      <a:pt x="465" y="477"/>
                    </a:cubicBezTo>
                    <a:cubicBezTo>
                      <a:pt x="310" y="584"/>
                      <a:pt x="191" y="691"/>
                      <a:pt x="96" y="810"/>
                    </a:cubicBezTo>
                    <a:lnTo>
                      <a:pt x="953" y="1787"/>
                    </a:lnTo>
                    <a:cubicBezTo>
                      <a:pt x="1084" y="1584"/>
                      <a:pt x="1239" y="1418"/>
                      <a:pt x="1430" y="1310"/>
                    </a:cubicBezTo>
                    <a:cubicBezTo>
                      <a:pt x="1608" y="1203"/>
                      <a:pt x="1811" y="1144"/>
                      <a:pt x="2049" y="1144"/>
                    </a:cubicBezTo>
                    <a:cubicBezTo>
                      <a:pt x="2275" y="1144"/>
                      <a:pt x="2442" y="1203"/>
                      <a:pt x="2573" y="1299"/>
                    </a:cubicBezTo>
                    <a:cubicBezTo>
                      <a:pt x="2704" y="1382"/>
                      <a:pt x="2763" y="1537"/>
                      <a:pt x="2763" y="1715"/>
                    </a:cubicBezTo>
                    <a:cubicBezTo>
                      <a:pt x="2763" y="1942"/>
                      <a:pt x="2680" y="2096"/>
                      <a:pt x="2501" y="2239"/>
                    </a:cubicBezTo>
                    <a:cubicBezTo>
                      <a:pt x="2323" y="2370"/>
                      <a:pt x="2061" y="2430"/>
                      <a:pt x="1751" y="2430"/>
                    </a:cubicBezTo>
                    <a:lnTo>
                      <a:pt x="1465" y="2430"/>
                    </a:lnTo>
                    <a:lnTo>
                      <a:pt x="1465" y="3394"/>
                    </a:lnTo>
                    <a:lnTo>
                      <a:pt x="1727" y="3394"/>
                    </a:lnTo>
                    <a:cubicBezTo>
                      <a:pt x="2132" y="3394"/>
                      <a:pt x="2430" y="3454"/>
                      <a:pt x="2620" y="3585"/>
                    </a:cubicBezTo>
                    <a:cubicBezTo>
                      <a:pt x="2811" y="3727"/>
                      <a:pt x="2906" y="3918"/>
                      <a:pt x="2906" y="4168"/>
                    </a:cubicBezTo>
                    <a:cubicBezTo>
                      <a:pt x="2906" y="4632"/>
                      <a:pt x="2585" y="4870"/>
                      <a:pt x="1954" y="4870"/>
                    </a:cubicBezTo>
                    <a:cubicBezTo>
                      <a:pt x="1680" y="4870"/>
                      <a:pt x="1442" y="4823"/>
                      <a:pt x="1251" y="4751"/>
                    </a:cubicBezTo>
                    <a:cubicBezTo>
                      <a:pt x="1061" y="4680"/>
                      <a:pt x="870" y="4561"/>
                      <a:pt x="727" y="4394"/>
                    </a:cubicBezTo>
                    <a:lnTo>
                      <a:pt x="1" y="5359"/>
                    </a:lnTo>
                    <a:cubicBezTo>
                      <a:pt x="477" y="5871"/>
                      <a:pt x="1144" y="6121"/>
                      <a:pt x="2001" y="6121"/>
                    </a:cubicBezTo>
                    <a:cubicBezTo>
                      <a:pt x="2358" y="6121"/>
                      <a:pt x="2680" y="6073"/>
                      <a:pt x="2954" y="6002"/>
                    </a:cubicBezTo>
                    <a:cubicBezTo>
                      <a:pt x="3239" y="5930"/>
                      <a:pt x="3501" y="5811"/>
                      <a:pt x="3692" y="5656"/>
                    </a:cubicBezTo>
                    <a:cubicBezTo>
                      <a:pt x="3882" y="5513"/>
                      <a:pt x="4049" y="5335"/>
                      <a:pt x="4144" y="5120"/>
                    </a:cubicBezTo>
                    <a:cubicBezTo>
                      <a:pt x="4251" y="4918"/>
                      <a:pt x="4311" y="4680"/>
                      <a:pt x="4311" y="4406"/>
                    </a:cubicBezTo>
                    <a:cubicBezTo>
                      <a:pt x="4311" y="4216"/>
                      <a:pt x="4287" y="4037"/>
                      <a:pt x="4228" y="3858"/>
                    </a:cubicBezTo>
                    <a:cubicBezTo>
                      <a:pt x="4168" y="3680"/>
                      <a:pt x="4097" y="3525"/>
                      <a:pt x="3990" y="3394"/>
                    </a:cubicBezTo>
                    <a:cubicBezTo>
                      <a:pt x="3882" y="3263"/>
                      <a:pt x="3763" y="3156"/>
                      <a:pt x="3620" y="3073"/>
                    </a:cubicBezTo>
                    <a:cubicBezTo>
                      <a:pt x="3478" y="2977"/>
                      <a:pt x="3323" y="2918"/>
                      <a:pt x="3144" y="2894"/>
                    </a:cubicBezTo>
                    <a:cubicBezTo>
                      <a:pt x="3299" y="2858"/>
                      <a:pt x="3454" y="2799"/>
                      <a:pt x="3585" y="2692"/>
                    </a:cubicBezTo>
                    <a:cubicBezTo>
                      <a:pt x="3716" y="2608"/>
                      <a:pt x="3835" y="2501"/>
                      <a:pt x="3930" y="2382"/>
                    </a:cubicBezTo>
                    <a:cubicBezTo>
                      <a:pt x="4013" y="2263"/>
                      <a:pt x="4097" y="2120"/>
                      <a:pt x="4156" y="1965"/>
                    </a:cubicBezTo>
                    <a:cubicBezTo>
                      <a:pt x="4192" y="1822"/>
                      <a:pt x="4228" y="1656"/>
                      <a:pt x="4228" y="1489"/>
                    </a:cubicBezTo>
                    <a:cubicBezTo>
                      <a:pt x="4228" y="1263"/>
                      <a:pt x="4168" y="1060"/>
                      <a:pt x="4073" y="882"/>
                    </a:cubicBezTo>
                    <a:cubicBezTo>
                      <a:pt x="3990" y="703"/>
                      <a:pt x="3859" y="537"/>
                      <a:pt x="3680" y="406"/>
                    </a:cubicBezTo>
                    <a:cubicBezTo>
                      <a:pt x="3501" y="287"/>
                      <a:pt x="3287" y="179"/>
                      <a:pt x="3037" y="108"/>
                    </a:cubicBezTo>
                    <a:cubicBezTo>
                      <a:pt x="2787" y="37"/>
                      <a:pt x="2513" y="1"/>
                      <a:pt x="2215"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539" name="Google Shape;539;p26"/>
              <p:cNvSpPr/>
              <p:nvPr/>
            </p:nvSpPr>
            <p:spPr>
              <a:xfrm>
                <a:off x="5263351" y="3690321"/>
                <a:ext cx="186307" cy="216844"/>
              </a:xfrm>
              <a:custGeom>
                <a:avLst/>
                <a:gdLst/>
                <a:ahLst/>
                <a:cxnLst/>
                <a:rect l="l" t="t" r="r" b="b"/>
                <a:pathLst>
                  <a:path w="6455" h="7513" extrusionOk="0">
                    <a:moveTo>
                      <a:pt x="3216" y="1834"/>
                    </a:moveTo>
                    <a:cubicBezTo>
                      <a:pt x="3597" y="1834"/>
                      <a:pt x="3894" y="2012"/>
                      <a:pt x="4109" y="2369"/>
                    </a:cubicBezTo>
                    <a:cubicBezTo>
                      <a:pt x="4335" y="2727"/>
                      <a:pt x="4454" y="3191"/>
                      <a:pt x="4454" y="3762"/>
                    </a:cubicBezTo>
                    <a:cubicBezTo>
                      <a:pt x="4454" y="4346"/>
                      <a:pt x="4335" y="4810"/>
                      <a:pt x="4109" y="5167"/>
                    </a:cubicBezTo>
                    <a:cubicBezTo>
                      <a:pt x="3871" y="5525"/>
                      <a:pt x="3573" y="5703"/>
                      <a:pt x="3216" y="5703"/>
                    </a:cubicBezTo>
                    <a:cubicBezTo>
                      <a:pt x="2847" y="5703"/>
                      <a:pt x="2537" y="5525"/>
                      <a:pt x="2311" y="5167"/>
                    </a:cubicBezTo>
                    <a:cubicBezTo>
                      <a:pt x="2085" y="4810"/>
                      <a:pt x="1966" y="4346"/>
                      <a:pt x="1966" y="3762"/>
                    </a:cubicBezTo>
                    <a:cubicBezTo>
                      <a:pt x="1966" y="3191"/>
                      <a:pt x="2085" y="2727"/>
                      <a:pt x="2311" y="2369"/>
                    </a:cubicBezTo>
                    <a:cubicBezTo>
                      <a:pt x="2537" y="2012"/>
                      <a:pt x="2847" y="1834"/>
                      <a:pt x="3216" y="1834"/>
                    </a:cubicBezTo>
                    <a:close/>
                    <a:moveTo>
                      <a:pt x="3216" y="0"/>
                    </a:moveTo>
                    <a:cubicBezTo>
                      <a:pt x="2763" y="0"/>
                      <a:pt x="2347" y="95"/>
                      <a:pt x="1942" y="286"/>
                    </a:cubicBezTo>
                    <a:cubicBezTo>
                      <a:pt x="1537" y="476"/>
                      <a:pt x="1192" y="750"/>
                      <a:pt x="918" y="1072"/>
                    </a:cubicBezTo>
                    <a:cubicBezTo>
                      <a:pt x="632" y="1417"/>
                      <a:pt x="406" y="1798"/>
                      <a:pt x="239" y="2262"/>
                    </a:cubicBezTo>
                    <a:cubicBezTo>
                      <a:pt x="84" y="2727"/>
                      <a:pt x="1" y="3215"/>
                      <a:pt x="1" y="3762"/>
                    </a:cubicBezTo>
                    <a:cubicBezTo>
                      <a:pt x="1" y="4322"/>
                      <a:pt x="84" y="4810"/>
                      <a:pt x="239" y="5275"/>
                    </a:cubicBezTo>
                    <a:cubicBezTo>
                      <a:pt x="406" y="5727"/>
                      <a:pt x="632" y="6132"/>
                      <a:pt x="918" y="6465"/>
                    </a:cubicBezTo>
                    <a:cubicBezTo>
                      <a:pt x="1192" y="6787"/>
                      <a:pt x="1537" y="7060"/>
                      <a:pt x="1942" y="7239"/>
                    </a:cubicBezTo>
                    <a:cubicBezTo>
                      <a:pt x="2323" y="7430"/>
                      <a:pt x="2763" y="7513"/>
                      <a:pt x="3216" y="7513"/>
                    </a:cubicBezTo>
                    <a:cubicBezTo>
                      <a:pt x="3680" y="7513"/>
                      <a:pt x="4109" y="7418"/>
                      <a:pt x="4502" y="7239"/>
                    </a:cubicBezTo>
                    <a:cubicBezTo>
                      <a:pt x="4883" y="7060"/>
                      <a:pt x="5228" y="6787"/>
                      <a:pt x="5514" y="6465"/>
                    </a:cubicBezTo>
                    <a:cubicBezTo>
                      <a:pt x="5811" y="6120"/>
                      <a:pt x="6037" y="5727"/>
                      <a:pt x="6192" y="5275"/>
                    </a:cubicBezTo>
                    <a:cubicBezTo>
                      <a:pt x="6359" y="4810"/>
                      <a:pt x="6454" y="4322"/>
                      <a:pt x="6454" y="3762"/>
                    </a:cubicBezTo>
                    <a:cubicBezTo>
                      <a:pt x="6454" y="3227"/>
                      <a:pt x="6359" y="2727"/>
                      <a:pt x="6192" y="2262"/>
                    </a:cubicBezTo>
                    <a:cubicBezTo>
                      <a:pt x="6037" y="1798"/>
                      <a:pt x="5799" y="1405"/>
                      <a:pt x="5514" y="1072"/>
                    </a:cubicBezTo>
                    <a:cubicBezTo>
                      <a:pt x="5228" y="726"/>
                      <a:pt x="4883" y="476"/>
                      <a:pt x="4502" y="286"/>
                    </a:cubicBezTo>
                    <a:cubicBezTo>
                      <a:pt x="4109" y="95"/>
                      <a:pt x="3680" y="0"/>
                      <a:pt x="321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40" name="Google Shape;540;p26"/>
              <p:cNvSpPr/>
              <p:nvPr/>
            </p:nvSpPr>
            <p:spPr>
              <a:xfrm>
                <a:off x="5472287" y="3699932"/>
                <a:ext cx="186654" cy="249170"/>
              </a:xfrm>
              <a:custGeom>
                <a:avLst/>
                <a:gdLst/>
                <a:ahLst/>
                <a:cxnLst/>
                <a:rect l="l" t="t" r="r" b="b"/>
                <a:pathLst>
                  <a:path w="6467" h="8633" extrusionOk="0">
                    <a:moveTo>
                      <a:pt x="3632" y="2977"/>
                    </a:moveTo>
                    <a:lnTo>
                      <a:pt x="3632" y="5156"/>
                    </a:lnTo>
                    <a:lnTo>
                      <a:pt x="1954" y="5156"/>
                    </a:lnTo>
                    <a:lnTo>
                      <a:pt x="3632" y="2977"/>
                    </a:lnTo>
                    <a:close/>
                    <a:moveTo>
                      <a:pt x="4037" y="0"/>
                    </a:moveTo>
                    <a:lnTo>
                      <a:pt x="1" y="5156"/>
                    </a:lnTo>
                    <a:lnTo>
                      <a:pt x="1" y="6930"/>
                    </a:lnTo>
                    <a:lnTo>
                      <a:pt x="3394" y="6930"/>
                    </a:lnTo>
                    <a:lnTo>
                      <a:pt x="3394" y="8632"/>
                    </a:lnTo>
                    <a:lnTo>
                      <a:pt x="5383" y="8632"/>
                    </a:lnTo>
                    <a:lnTo>
                      <a:pt x="5383" y="6930"/>
                    </a:lnTo>
                    <a:lnTo>
                      <a:pt x="6466" y="6930"/>
                    </a:lnTo>
                    <a:lnTo>
                      <a:pt x="6466" y="5144"/>
                    </a:lnTo>
                    <a:lnTo>
                      <a:pt x="5383" y="5144"/>
                    </a:lnTo>
                    <a:lnTo>
                      <a:pt x="5383"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541" name="Google Shape;541;p26"/>
              <p:cNvSpPr/>
              <p:nvPr/>
            </p:nvSpPr>
            <p:spPr>
              <a:xfrm>
                <a:off x="3670228" y="4009887"/>
                <a:ext cx="127168" cy="148844"/>
              </a:xfrm>
              <a:custGeom>
                <a:avLst/>
                <a:gdLst/>
                <a:ahLst/>
                <a:cxnLst/>
                <a:rect l="l" t="t" r="r" b="b"/>
                <a:pathLst>
                  <a:path w="4406" h="5157" extrusionOk="0">
                    <a:moveTo>
                      <a:pt x="2191" y="1251"/>
                    </a:moveTo>
                    <a:cubicBezTo>
                      <a:pt x="2441" y="1251"/>
                      <a:pt x="2632" y="1382"/>
                      <a:pt x="2799" y="1620"/>
                    </a:cubicBezTo>
                    <a:cubicBezTo>
                      <a:pt x="2965" y="1858"/>
                      <a:pt x="3037" y="2180"/>
                      <a:pt x="3037" y="2573"/>
                    </a:cubicBezTo>
                    <a:cubicBezTo>
                      <a:pt x="3037" y="2977"/>
                      <a:pt x="2965" y="3287"/>
                      <a:pt x="2799" y="3525"/>
                    </a:cubicBezTo>
                    <a:cubicBezTo>
                      <a:pt x="2632" y="3763"/>
                      <a:pt x="2441" y="3882"/>
                      <a:pt x="2191" y="3882"/>
                    </a:cubicBezTo>
                    <a:cubicBezTo>
                      <a:pt x="1918" y="3882"/>
                      <a:pt x="1715" y="3763"/>
                      <a:pt x="1560" y="3525"/>
                    </a:cubicBezTo>
                    <a:cubicBezTo>
                      <a:pt x="1394" y="3287"/>
                      <a:pt x="1322" y="2977"/>
                      <a:pt x="1322" y="2573"/>
                    </a:cubicBezTo>
                    <a:cubicBezTo>
                      <a:pt x="1322" y="2192"/>
                      <a:pt x="1417" y="1858"/>
                      <a:pt x="1560" y="1620"/>
                    </a:cubicBezTo>
                    <a:cubicBezTo>
                      <a:pt x="1727" y="1370"/>
                      <a:pt x="1929" y="1251"/>
                      <a:pt x="2191" y="1251"/>
                    </a:cubicBezTo>
                    <a:close/>
                    <a:moveTo>
                      <a:pt x="2203" y="1"/>
                    </a:moveTo>
                    <a:cubicBezTo>
                      <a:pt x="1894" y="1"/>
                      <a:pt x="1596" y="60"/>
                      <a:pt x="1322" y="191"/>
                    </a:cubicBezTo>
                    <a:cubicBezTo>
                      <a:pt x="1060" y="334"/>
                      <a:pt x="822" y="513"/>
                      <a:pt x="632" y="727"/>
                    </a:cubicBezTo>
                    <a:cubicBezTo>
                      <a:pt x="429" y="965"/>
                      <a:pt x="274" y="1239"/>
                      <a:pt x="167" y="1549"/>
                    </a:cubicBezTo>
                    <a:cubicBezTo>
                      <a:pt x="60" y="1858"/>
                      <a:pt x="1" y="2204"/>
                      <a:pt x="1" y="2573"/>
                    </a:cubicBezTo>
                    <a:cubicBezTo>
                      <a:pt x="1" y="2954"/>
                      <a:pt x="60" y="3287"/>
                      <a:pt x="167" y="3608"/>
                    </a:cubicBezTo>
                    <a:cubicBezTo>
                      <a:pt x="274" y="3918"/>
                      <a:pt x="429" y="4204"/>
                      <a:pt x="632" y="4418"/>
                    </a:cubicBezTo>
                    <a:cubicBezTo>
                      <a:pt x="822" y="4656"/>
                      <a:pt x="1060" y="4823"/>
                      <a:pt x="1322" y="4954"/>
                    </a:cubicBezTo>
                    <a:cubicBezTo>
                      <a:pt x="1596" y="5097"/>
                      <a:pt x="1894" y="5156"/>
                      <a:pt x="2203" y="5156"/>
                    </a:cubicBezTo>
                    <a:cubicBezTo>
                      <a:pt x="2513" y="5156"/>
                      <a:pt x="2810" y="5097"/>
                      <a:pt x="3084" y="4954"/>
                    </a:cubicBezTo>
                    <a:cubicBezTo>
                      <a:pt x="3346" y="4823"/>
                      <a:pt x="3584" y="4644"/>
                      <a:pt x="3787" y="4418"/>
                    </a:cubicBezTo>
                    <a:cubicBezTo>
                      <a:pt x="3977" y="4180"/>
                      <a:pt x="4120" y="3918"/>
                      <a:pt x="4239" y="3608"/>
                    </a:cubicBezTo>
                    <a:cubicBezTo>
                      <a:pt x="4346" y="3287"/>
                      <a:pt x="4406" y="2954"/>
                      <a:pt x="4406" y="2573"/>
                    </a:cubicBezTo>
                    <a:cubicBezTo>
                      <a:pt x="4406" y="2204"/>
                      <a:pt x="4346" y="1858"/>
                      <a:pt x="4239" y="1549"/>
                    </a:cubicBezTo>
                    <a:cubicBezTo>
                      <a:pt x="4144" y="1239"/>
                      <a:pt x="3977" y="953"/>
                      <a:pt x="3787" y="727"/>
                    </a:cubicBezTo>
                    <a:cubicBezTo>
                      <a:pt x="3584" y="513"/>
                      <a:pt x="3346" y="334"/>
                      <a:pt x="3084" y="191"/>
                    </a:cubicBezTo>
                    <a:cubicBezTo>
                      <a:pt x="2810" y="60"/>
                      <a:pt x="2513" y="1"/>
                      <a:pt x="2203"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542" name="Google Shape;542;p26"/>
              <p:cNvSpPr/>
              <p:nvPr/>
            </p:nvSpPr>
            <p:spPr>
              <a:xfrm>
                <a:off x="3814915" y="4016785"/>
                <a:ext cx="122694" cy="175628"/>
              </a:xfrm>
              <a:custGeom>
                <a:avLst/>
                <a:gdLst/>
                <a:ahLst/>
                <a:cxnLst/>
                <a:rect l="l" t="t" r="r" b="b"/>
                <a:pathLst>
                  <a:path w="4251" h="6085" extrusionOk="0">
                    <a:moveTo>
                      <a:pt x="857" y="0"/>
                    </a:moveTo>
                    <a:cubicBezTo>
                      <a:pt x="738" y="667"/>
                      <a:pt x="619" y="1262"/>
                      <a:pt x="512" y="1798"/>
                    </a:cubicBezTo>
                    <a:cubicBezTo>
                      <a:pt x="464" y="2036"/>
                      <a:pt x="417" y="2250"/>
                      <a:pt x="381" y="2477"/>
                    </a:cubicBezTo>
                    <a:cubicBezTo>
                      <a:pt x="345" y="2679"/>
                      <a:pt x="298" y="2869"/>
                      <a:pt x="274" y="3048"/>
                    </a:cubicBezTo>
                    <a:cubicBezTo>
                      <a:pt x="238" y="3227"/>
                      <a:pt x="226" y="3381"/>
                      <a:pt x="203" y="3489"/>
                    </a:cubicBezTo>
                    <a:cubicBezTo>
                      <a:pt x="179" y="3608"/>
                      <a:pt x="167" y="3667"/>
                      <a:pt x="167" y="3667"/>
                    </a:cubicBezTo>
                    <a:lnTo>
                      <a:pt x="1346" y="3667"/>
                    </a:lnTo>
                    <a:cubicBezTo>
                      <a:pt x="1417" y="3548"/>
                      <a:pt x="1524" y="3453"/>
                      <a:pt x="1655" y="3381"/>
                    </a:cubicBezTo>
                    <a:cubicBezTo>
                      <a:pt x="1774" y="3310"/>
                      <a:pt x="1929" y="3274"/>
                      <a:pt x="2072" y="3274"/>
                    </a:cubicBezTo>
                    <a:cubicBezTo>
                      <a:pt x="2310" y="3274"/>
                      <a:pt x="2500" y="3346"/>
                      <a:pt x="2655" y="3500"/>
                    </a:cubicBezTo>
                    <a:cubicBezTo>
                      <a:pt x="2798" y="3643"/>
                      <a:pt x="2870" y="3846"/>
                      <a:pt x="2870" y="4084"/>
                    </a:cubicBezTo>
                    <a:cubicBezTo>
                      <a:pt x="2870" y="4334"/>
                      <a:pt x="2798" y="4536"/>
                      <a:pt x="2631" y="4691"/>
                    </a:cubicBezTo>
                    <a:cubicBezTo>
                      <a:pt x="2477" y="4834"/>
                      <a:pt x="2262" y="4917"/>
                      <a:pt x="2000" y="4917"/>
                    </a:cubicBezTo>
                    <a:cubicBezTo>
                      <a:pt x="1762" y="4917"/>
                      <a:pt x="1548" y="4858"/>
                      <a:pt x="1334" y="4739"/>
                    </a:cubicBezTo>
                    <a:cubicBezTo>
                      <a:pt x="1119" y="4620"/>
                      <a:pt x="929" y="4453"/>
                      <a:pt x="762" y="4262"/>
                    </a:cubicBezTo>
                    <a:lnTo>
                      <a:pt x="0" y="5096"/>
                    </a:lnTo>
                    <a:cubicBezTo>
                      <a:pt x="179" y="5405"/>
                      <a:pt x="453" y="5644"/>
                      <a:pt x="786" y="5822"/>
                    </a:cubicBezTo>
                    <a:cubicBezTo>
                      <a:pt x="1143" y="6001"/>
                      <a:pt x="1536" y="6084"/>
                      <a:pt x="1977" y="6084"/>
                    </a:cubicBezTo>
                    <a:cubicBezTo>
                      <a:pt x="2310" y="6084"/>
                      <a:pt x="2608" y="6048"/>
                      <a:pt x="2893" y="5941"/>
                    </a:cubicBezTo>
                    <a:cubicBezTo>
                      <a:pt x="3167" y="5834"/>
                      <a:pt x="3417" y="5703"/>
                      <a:pt x="3608" y="5525"/>
                    </a:cubicBezTo>
                    <a:cubicBezTo>
                      <a:pt x="3810" y="5346"/>
                      <a:pt x="3965" y="5132"/>
                      <a:pt x="4084" y="4882"/>
                    </a:cubicBezTo>
                    <a:cubicBezTo>
                      <a:pt x="4191" y="4632"/>
                      <a:pt x="4251" y="4346"/>
                      <a:pt x="4251" y="4048"/>
                    </a:cubicBezTo>
                    <a:cubicBezTo>
                      <a:pt x="4251" y="3762"/>
                      <a:pt x="4203" y="3500"/>
                      <a:pt x="4096" y="3262"/>
                    </a:cubicBezTo>
                    <a:cubicBezTo>
                      <a:pt x="3989" y="3024"/>
                      <a:pt x="3858" y="2810"/>
                      <a:pt x="3679" y="2655"/>
                    </a:cubicBezTo>
                    <a:cubicBezTo>
                      <a:pt x="3501" y="2477"/>
                      <a:pt x="3298" y="2334"/>
                      <a:pt x="3060" y="2250"/>
                    </a:cubicBezTo>
                    <a:cubicBezTo>
                      <a:pt x="2822" y="2143"/>
                      <a:pt x="2548" y="2096"/>
                      <a:pt x="2262" y="2096"/>
                    </a:cubicBezTo>
                    <a:cubicBezTo>
                      <a:pt x="2108" y="2096"/>
                      <a:pt x="1965" y="2119"/>
                      <a:pt x="1846" y="2155"/>
                    </a:cubicBezTo>
                    <a:cubicBezTo>
                      <a:pt x="1762" y="2191"/>
                      <a:pt x="1691" y="2215"/>
                      <a:pt x="1655" y="2262"/>
                    </a:cubicBezTo>
                    <a:lnTo>
                      <a:pt x="1822" y="1238"/>
                    </a:lnTo>
                    <a:lnTo>
                      <a:pt x="3834" y="1238"/>
                    </a:lnTo>
                    <a:lnTo>
                      <a:pt x="3834" y="0"/>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543" name="Google Shape;543;p26"/>
              <p:cNvSpPr/>
              <p:nvPr/>
            </p:nvSpPr>
            <p:spPr>
              <a:xfrm>
                <a:off x="3386394" y="2578970"/>
                <a:ext cx="161197" cy="204491"/>
              </a:xfrm>
              <a:custGeom>
                <a:avLst/>
                <a:gdLst/>
                <a:ahLst/>
                <a:cxnLst/>
                <a:rect l="l" t="t" r="r" b="b"/>
                <a:pathLst>
                  <a:path w="5585" h="7085" extrusionOk="0">
                    <a:moveTo>
                      <a:pt x="1988" y="0"/>
                    </a:moveTo>
                    <a:cubicBezTo>
                      <a:pt x="1953" y="96"/>
                      <a:pt x="1846" y="203"/>
                      <a:pt x="1679" y="334"/>
                    </a:cubicBezTo>
                    <a:cubicBezTo>
                      <a:pt x="1512" y="465"/>
                      <a:pt x="1334" y="584"/>
                      <a:pt x="1131" y="715"/>
                    </a:cubicBezTo>
                    <a:cubicBezTo>
                      <a:pt x="917" y="858"/>
                      <a:pt x="714" y="953"/>
                      <a:pt x="500" y="1048"/>
                    </a:cubicBezTo>
                    <a:cubicBezTo>
                      <a:pt x="298" y="1131"/>
                      <a:pt x="131" y="1179"/>
                      <a:pt x="0" y="1179"/>
                    </a:cubicBezTo>
                    <a:lnTo>
                      <a:pt x="0" y="3013"/>
                    </a:lnTo>
                    <a:cubicBezTo>
                      <a:pt x="143" y="3013"/>
                      <a:pt x="322" y="3001"/>
                      <a:pt x="536" y="2941"/>
                    </a:cubicBezTo>
                    <a:cubicBezTo>
                      <a:pt x="738" y="2894"/>
                      <a:pt x="941" y="2822"/>
                      <a:pt x="1131" y="2727"/>
                    </a:cubicBezTo>
                    <a:cubicBezTo>
                      <a:pt x="1322" y="2644"/>
                      <a:pt x="1488" y="2548"/>
                      <a:pt x="1655" y="2441"/>
                    </a:cubicBezTo>
                    <a:cubicBezTo>
                      <a:pt x="1798" y="2346"/>
                      <a:pt x="1917" y="2251"/>
                      <a:pt x="1988" y="2143"/>
                    </a:cubicBezTo>
                    <a:lnTo>
                      <a:pt x="1988" y="5299"/>
                    </a:lnTo>
                    <a:lnTo>
                      <a:pt x="238" y="5299"/>
                    </a:lnTo>
                    <a:lnTo>
                      <a:pt x="238" y="7085"/>
                    </a:lnTo>
                    <a:lnTo>
                      <a:pt x="5584" y="7085"/>
                    </a:lnTo>
                    <a:lnTo>
                      <a:pt x="5584" y="5299"/>
                    </a:lnTo>
                    <a:lnTo>
                      <a:pt x="5584" y="5287"/>
                    </a:lnTo>
                    <a:lnTo>
                      <a:pt x="4001" y="5287"/>
                    </a:lnTo>
                    <a:lnTo>
                      <a:pt x="4001" y="0"/>
                    </a:lnTo>
                    <a:close/>
                  </a:path>
                </a:pathLst>
              </a:custGeom>
              <a:solidFill>
                <a:schemeClr val="accent5"/>
              </a:solidFill>
              <a:ln>
                <a:noFill/>
              </a:ln>
            </p:spPr>
            <p:txBody>
              <a:bodyPr spcFirstLastPara="1" wrap="square" lIns="121900" tIns="121900" rIns="121900" bIns="121900" anchor="ctr" anchorCtr="0">
                <a:noAutofit/>
              </a:bodyPr>
              <a:lstStyle/>
              <a:p>
                <a:endParaRPr sz="1733">
                  <a:solidFill>
                    <a:schemeClr val="accent5"/>
                  </a:solidFill>
                  <a:ea typeface="Roboto"/>
                  <a:cs typeface="Roboto"/>
                  <a:sym typeface="Roboto"/>
                </a:endParaRPr>
              </a:p>
            </p:txBody>
          </p:sp>
          <p:sp>
            <p:nvSpPr>
              <p:cNvPr id="544" name="Google Shape;544;p26"/>
              <p:cNvSpPr/>
              <p:nvPr/>
            </p:nvSpPr>
            <p:spPr>
              <a:xfrm>
                <a:off x="3168511" y="2570023"/>
                <a:ext cx="185932" cy="216873"/>
              </a:xfrm>
              <a:custGeom>
                <a:avLst/>
                <a:gdLst/>
                <a:ahLst/>
                <a:cxnLst/>
                <a:rect l="l" t="t" r="r" b="b"/>
                <a:pathLst>
                  <a:path w="6442" h="7514" extrusionOk="0">
                    <a:moveTo>
                      <a:pt x="3227" y="1834"/>
                    </a:moveTo>
                    <a:cubicBezTo>
                      <a:pt x="3608" y="1834"/>
                      <a:pt x="3906" y="2013"/>
                      <a:pt x="4120" y="2370"/>
                    </a:cubicBezTo>
                    <a:cubicBezTo>
                      <a:pt x="4346" y="2727"/>
                      <a:pt x="4465" y="3192"/>
                      <a:pt x="4465" y="3763"/>
                    </a:cubicBezTo>
                    <a:cubicBezTo>
                      <a:pt x="4465" y="4347"/>
                      <a:pt x="4346" y="4811"/>
                      <a:pt x="4120" y="5168"/>
                    </a:cubicBezTo>
                    <a:cubicBezTo>
                      <a:pt x="3882" y="5525"/>
                      <a:pt x="3584" y="5704"/>
                      <a:pt x="3227" y="5704"/>
                    </a:cubicBezTo>
                    <a:cubicBezTo>
                      <a:pt x="2858" y="5704"/>
                      <a:pt x="2548" y="5525"/>
                      <a:pt x="2322" y="5168"/>
                    </a:cubicBezTo>
                    <a:cubicBezTo>
                      <a:pt x="2096" y="4811"/>
                      <a:pt x="1977" y="4347"/>
                      <a:pt x="1977" y="3763"/>
                    </a:cubicBezTo>
                    <a:cubicBezTo>
                      <a:pt x="1977" y="3192"/>
                      <a:pt x="2096" y="2727"/>
                      <a:pt x="2322" y="2370"/>
                    </a:cubicBezTo>
                    <a:cubicBezTo>
                      <a:pt x="2548" y="2013"/>
                      <a:pt x="2858" y="1834"/>
                      <a:pt x="3227" y="1834"/>
                    </a:cubicBezTo>
                    <a:close/>
                    <a:moveTo>
                      <a:pt x="3215" y="1"/>
                    </a:moveTo>
                    <a:cubicBezTo>
                      <a:pt x="2751" y="1"/>
                      <a:pt x="2334" y="84"/>
                      <a:pt x="1941" y="287"/>
                    </a:cubicBezTo>
                    <a:cubicBezTo>
                      <a:pt x="1536" y="477"/>
                      <a:pt x="1191" y="751"/>
                      <a:pt x="905" y="1072"/>
                    </a:cubicBezTo>
                    <a:cubicBezTo>
                      <a:pt x="632" y="1418"/>
                      <a:pt x="405" y="1799"/>
                      <a:pt x="239" y="2263"/>
                    </a:cubicBezTo>
                    <a:cubicBezTo>
                      <a:pt x="72" y="2727"/>
                      <a:pt x="0" y="3215"/>
                      <a:pt x="0" y="3763"/>
                    </a:cubicBezTo>
                    <a:cubicBezTo>
                      <a:pt x="0" y="4323"/>
                      <a:pt x="72" y="4811"/>
                      <a:pt x="239" y="5275"/>
                    </a:cubicBezTo>
                    <a:cubicBezTo>
                      <a:pt x="405" y="5728"/>
                      <a:pt x="632" y="6133"/>
                      <a:pt x="905" y="6466"/>
                    </a:cubicBezTo>
                    <a:cubicBezTo>
                      <a:pt x="1191" y="6787"/>
                      <a:pt x="1536" y="7061"/>
                      <a:pt x="1941" y="7240"/>
                    </a:cubicBezTo>
                    <a:cubicBezTo>
                      <a:pt x="2322" y="7430"/>
                      <a:pt x="2751" y="7514"/>
                      <a:pt x="3215" y="7514"/>
                    </a:cubicBezTo>
                    <a:cubicBezTo>
                      <a:pt x="3680" y="7514"/>
                      <a:pt x="4108" y="7418"/>
                      <a:pt x="4501" y="7240"/>
                    </a:cubicBezTo>
                    <a:cubicBezTo>
                      <a:pt x="4882" y="7061"/>
                      <a:pt x="5227" y="6787"/>
                      <a:pt x="5513" y="6466"/>
                    </a:cubicBezTo>
                    <a:cubicBezTo>
                      <a:pt x="5811" y="6121"/>
                      <a:pt x="6025" y="5728"/>
                      <a:pt x="6192" y="5275"/>
                    </a:cubicBezTo>
                    <a:cubicBezTo>
                      <a:pt x="6358" y="4811"/>
                      <a:pt x="6442" y="4323"/>
                      <a:pt x="6442" y="3763"/>
                    </a:cubicBezTo>
                    <a:cubicBezTo>
                      <a:pt x="6442" y="3227"/>
                      <a:pt x="6370" y="2727"/>
                      <a:pt x="6192" y="2263"/>
                    </a:cubicBezTo>
                    <a:cubicBezTo>
                      <a:pt x="6025" y="1799"/>
                      <a:pt x="5787" y="1394"/>
                      <a:pt x="5513" y="1072"/>
                    </a:cubicBezTo>
                    <a:cubicBezTo>
                      <a:pt x="5227" y="727"/>
                      <a:pt x="4882" y="477"/>
                      <a:pt x="4501" y="287"/>
                    </a:cubicBezTo>
                    <a:cubicBezTo>
                      <a:pt x="4108" y="96"/>
                      <a:pt x="3680" y="1"/>
                      <a:pt x="3215" y="1"/>
                    </a:cubicBezTo>
                    <a:close/>
                  </a:path>
                </a:pathLst>
              </a:custGeom>
              <a:solidFill>
                <a:schemeClr val="accent5"/>
              </a:solidFill>
              <a:ln>
                <a:noFill/>
              </a:ln>
            </p:spPr>
            <p:txBody>
              <a:bodyPr spcFirstLastPara="1" wrap="square" lIns="121900" tIns="121900" rIns="121900" bIns="121900" anchor="ctr" anchorCtr="0">
                <a:noAutofit/>
              </a:bodyPr>
              <a:lstStyle/>
              <a:p>
                <a:endParaRPr sz="1733">
                  <a:solidFill>
                    <a:schemeClr val="accent5"/>
                  </a:solidFill>
                  <a:ea typeface="Roboto"/>
                  <a:cs typeface="Roboto"/>
                  <a:sym typeface="Roboto"/>
                </a:endParaRPr>
              </a:p>
            </p:txBody>
          </p:sp>
          <p:sp>
            <p:nvSpPr>
              <p:cNvPr id="545" name="Google Shape;545;p26"/>
              <p:cNvSpPr/>
              <p:nvPr/>
            </p:nvSpPr>
            <p:spPr>
              <a:xfrm>
                <a:off x="3147903" y="1432235"/>
                <a:ext cx="3024415" cy="3216870"/>
              </a:xfrm>
              <a:custGeom>
                <a:avLst/>
                <a:gdLst/>
                <a:ahLst/>
                <a:cxnLst/>
                <a:rect l="l" t="t" r="r" b="b"/>
                <a:pathLst>
                  <a:path w="104787" h="111455" extrusionOk="0">
                    <a:moveTo>
                      <a:pt x="37802" y="73212"/>
                    </a:moveTo>
                    <a:lnTo>
                      <a:pt x="46542" y="73212"/>
                    </a:lnTo>
                    <a:lnTo>
                      <a:pt x="46482" y="82737"/>
                    </a:lnTo>
                    <a:lnTo>
                      <a:pt x="40291" y="82737"/>
                    </a:lnTo>
                    <a:lnTo>
                      <a:pt x="32004" y="97096"/>
                    </a:lnTo>
                    <a:lnTo>
                      <a:pt x="40291" y="111454"/>
                    </a:lnTo>
                    <a:lnTo>
                      <a:pt x="56864" y="111454"/>
                    </a:lnTo>
                    <a:lnTo>
                      <a:pt x="65163" y="97096"/>
                    </a:lnTo>
                    <a:lnTo>
                      <a:pt x="56864" y="82737"/>
                    </a:lnTo>
                    <a:lnTo>
                      <a:pt x="50614" y="82737"/>
                    </a:lnTo>
                    <a:lnTo>
                      <a:pt x="50673" y="73212"/>
                    </a:lnTo>
                    <a:lnTo>
                      <a:pt x="59365" y="73212"/>
                    </a:lnTo>
                    <a:lnTo>
                      <a:pt x="68735" y="56983"/>
                    </a:lnTo>
                    <a:lnTo>
                      <a:pt x="79689" y="56876"/>
                    </a:lnTo>
                    <a:lnTo>
                      <a:pt x="84999" y="66080"/>
                    </a:lnTo>
                    <a:lnTo>
                      <a:pt x="98203" y="66080"/>
                    </a:lnTo>
                    <a:lnTo>
                      <a:pt x="104787" y="54650"/>
                    </a:lnTo>
                    <a:lnTo>
                      <a:pt x="98203" y="43220"/>
                    </a:lnTo>
                    <a:lnTo>
                      <a:pt x="84999" y="43220"/>
                    </a:lnTo>
                    <a:lnTo>
                      <a:pt x="79486" y="52745"/>
                    </a:lnTo>
                    <a:lnTo>
                      <a:pt x="69175" y="52840"/>
                    </a:lnTo>
                    <a:lnTo>
                      <a:pt x="60579" y="37922"/>
                    </a:lnTo>
                    <a:lnTo>
                      <a:pt x="64175" y="31695"/>
                    </a:lnTo>
                    <a:lnTo>
                      <a:pt x="76379" y="31695"/>
                    </a:lnTo>
                    <a:lnTo>
                      <a:pt x="83677" y="19062"/>
                    </a:lnTo>
                    <a:lnTo>
                      <a:pt x="76379" y="6430"/>
                    </a:lnTo>
                    <a:lnTo>
                      <a:pt x="61782" y="6430"/>
                    </a:lnTo>
                    <a:lnTo>
                      <a:pt x="54483" y="19062"/>
                    </a:lnTo>
                    <a:lnTo>
                      <a:pt x="60591" y="29635"/>
                    </a:lnTo>
                    <a:lnTo>
                      <a:pt x="56983" y="35850"/>
                    </a:lnTo>
                    <a:lnTo>
                      <a:pt x="39946" y="35850"/>
                    </a:lnTo>
                    <a:lnTo>
                      <a:pt x="35255" y="27289"/>
                    </a:lnTo>
                    <a:lnTo>
                      <a:pt x="42660" y="14490"/>
                    </a:lnTo>
                    <a:lnTo>
                      <a:pt x="34290" y="0"/>
                    </a:lnTo>
                    <a:lnTo>
                      <a:pt x="17538" y="0"/>
                    </a:lnTo>
                    <a:lnTo>
                      <a:pt x="9168" y="14490"/>
                    </a:lnTo>
                    <a:lnTo>
                      <a:pt x="17538" y="28992"/>
                    </a:lnTo>
                    <a:lnTo>
                      <a:pt x="31433" y="28992"/>
                    </a:lnTo>
                    <a:lnTo>
                      <a:pt x="36457" y="38160"/>
                    </a:lnTo>
                    <a:lnTo>
                      <a:pt x="27015" y="54531"/>
                    </a:lnTo>
                    <a:lnTo>
                      <a:pt x="31183" y="61746"/>
                    </a:lnTo>
                    <a:lnTo>
                      <a:pt x="22289" y="66937"/>
                    </a:lnTo>
                    <a:lnTo>
                      <a:pt x="20003" y="62972"/>
                    </a:lnTo>
                    <a:lnTo>
                      <a:pt x="6656" y="62972"/>
                    </a:lnTo>
                    <a:lnTo>
                      <a:pt x="0" y="74533"/>
                    </a:lnTo>
                    <a:lnTo>
                      <a:pt x="6668" y="86082"/>
                    </a:lnTo>
                    <a:lnTo>
                      <a:pt x="20015" y="86082"/>
                    </a:lnTo>
                    <a:lnTo>
                      <a:pt x="26682" y="74533"/>
                    </a:lnTo>
                    <a:lnTo>
                      <a:pt x="24384" y="70545"/>
                    </a:lnTo>
                    <a:lnTo>
                      <a:pt x="33266" y="65354"/>
                    </a:lnTo>
                    <a:close/>
                    <a:moveTo>
                      <a:pt x="40529" y="68497"/>
                    </a:moveTo>
                    <a:lnTo>
                      <a:pt x="56662" y="68497"/>
                    </a:lnTo>
                    <a:lnTo>
                      <a:pt x="64722" y="54531"/>
                    </a:lnTo>
                    <a:lnTo>
                      <a:pt x="56662" y="40553"/>
                    </a:lnTo>
                    <a:lnTo>
                      <a:pt x="40529" y="40553"/>
                    </a:lnTo>
                    <a:lnTo>
                      <a:pt x="32457" y="54531"/>
                    </a:lnTo>
                    <a:close/>
                    <a:moveTo>
                      <a:pt x="8680" y="82618"/>
                    </a:moveTo>
                    <a:lnTo>
                      <a:pt x="18014" y="82618"/>
                    </a:lnTo>
                    <a:lnTo>
                      <a:pt x="22682" y="74533"/>
                    </a:lnTo>
                    <a:lnTo>
                      <a:pt x="18014" y="66449"/>
                    </a:lnTo>
                    <a:lnTo>
                      <a:pt x="8680" y="66449"/>
                    </a:lnTo>
                    <a:lnTo>
                      <a:pt x="4001" y="74533"/>
                    </a:lnTo>
                    <a:close/>
                    <a:moveTo>
                      <a:pt x="42791" y="107156"/>
                    </a:moveTo>
                    <a:lnTo>
                      <a:pt x="36981" y="97107"/>
                    </a:lnTo>
                    <a:lnTo>
                      <a:pt x="42791" y="87059"/>
                    </a:lnTo>
                    <a:lnTo>
                      <a:pt x="54400" y="87059"/>
                    </a:lnTo>
                    <a:lnTo>
                      <a:pt x="60198" y="97107"/>
                    </a:lnTo>
                    <a:lnTo>
                      <a:pt x="54400" y="107156"/>
                    </a:lnTo>
                    <a:close/>
                    <a:moveTo>
                      <a:pt x="82368" y="54638"/>
                    </a:moveTo>
                    <a:cubicBezTo>
                      <a:pt x="83892" y="57293"/>
                      <a:pt x="85439" y="59960"/>
                      <a:pt x="86975" y="62627"/>
                    </a:cubicBezTo>
                    <a:lnTo>
                      <a:pt x="96215" y="62627"/>
                    </a:lnTo>
                    <a:lnTo>
                      <a:pt x="100834" y="54638"/>
                    </a:lnTo>
                    <a:lnTo>
                      <a:pt x="96215" y="46637"/>
                    </a:lnTo>
                    <a:lnTo>
                      <a:pt x="86975" y="46637"/>
                    </a:lnTo>
                    <a:close/>
                    <a:moveTo>
                      <a:pt x="63972" y="27908"/>
                    </a:moveTo>
                    <a:lnTo>
                      <a:pt x="74176" y="27908"/>
                    </a:lnTo>
                    <a:lnTo>
                      <a:pt x="79284" y="19062"/>
                    </a:lnTo>
                    <a:lnTo>
                      <a:pt x="74176" y="10228"/>
                    </a:lnTo>
                    <a:lnTo>
                      <a:pt x="63972" y="10228"/>
                    </a:lnTo>
                    <a:lnTo>
                      <a:pt x="58865" y="19062"/>
                    </a:lnTo>
                    <a:close/>
                    <a:moveTo>
                      <a:pt x="31766" y="24634"/>
                    </a:moveTo>
                    <a:lnTo>
                      <a:pt x="20050" y="24634"/>
                    </a:lnTo>
                    <a:lnTo>
                      <a:pt x="14204" y="14490"/>
                    </a:lnTo>
                    <a:lnTo>
                      <a:pt x="20050" y="4358"/>
                    </a:lnTo>
                    <a:lnTo>
                      <a:pt x="31766" y="4358"/>
                    </a:lnTo>
                    <a:lnTo>
                      <a:pt x="37612" y="14490"/>
                    </a:lnTo>
                    <a:close/>
                  </a:path>
                </a:pathLst>
              </a:custGeom>
              <a:solidFill>
                <a:schemeClr val="lt2"/>
              </a:solidFill>
              <a:ln>
                <a:noFill/>
              </a:ln>
            </p:spPr>
            <p:txBody>
              <a:bodyPr spcFirstLastPara="1" wrap="square" lIns="121900" tIns="121900" rIns="121900" bIns="121900" anchor="ctr" anchorCtr="0">
                <a:noAutofit/>
              </a:bodyPr>
              <a:lstStyle/>
              <a:p>
                <a:endParaRPr sz="2400"/>
              </a:p>
              <a:p>
                <a:endParaRPr sz="2400"/>
              </a:p>
            </p:txBody>
          </p:sp>
        </p:grpSp>
        <p:grpSp>
          <p:nvGrpSpPr>
            <p:cNvPr id="546" name="Google Shape;546;p26"/>
            <p:cNvGrpSpPr/>
            <p:nvPr/>
          </p:nvGrpSpPr>
          <p:grpSpPr>
            <a:xfrm>
              <a:off x="4952710" y="2232929"/>
              <a:ext cx="468689" cy="468689"/>
              <a:chOff x="-6354300" y="2757075"/>
              <a:chExt cx="292225" cy="292225"/>
            </a:xfrm>
          </p:grpSpPr>
          <p:sp>
            <p:nvSpPr>
              <p:cNvPr id="547" name="Google Shape;547;p26"/>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48" name="Google Shape;548;p26"/>
              <p:cNvSpPr/>
              <p:nvPr/>
            </p:nvSpPr>
            <p:spPr>
              <a:xfrm>
                <a:off x="-6268450" y="279015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49" name="Google Shape;549;p26"/>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50" name="Google Shape;550;p26"/>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sp>
          <p:nvSpPr>
            <p:cNvPr id="551" name="Google Shape;551;p26"/>
            <p:cNvSpPr/>
            <p:nvPr/>
          </p:nvSpPr>
          <p:spPr>
            <a:xfrm>
              <a:off x="6613635" y="2394016"/>
              <a:ext cx="468701" cy="463664"/>
            </a:xfrm>
            <a:custGeom>
              <a:avLst/>
              <a:gdLst/>
              <a:ahLst/>
              <a:cxnLst/>
              <a:rect l="l" t="t" r="r" b="b"/>
              <a:pathLst>
                <a:path w="11816" h="11689" extrusionOk="0">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nvGrpSpPr>
            <p:cNvPr id="552" name="Google Shape;552;p26"/>
            <p:cNvGrpSpPr/>
            <p:nvPr/>
          </p:nvGrpSpPr>
          <p:grpSpPr>
            <a:xfrm>
              <a:off x="7508555" y="3830469"/>
              <a:ext cx="412693" cy="363628"/>
              <a:chOff x="-3137650" y="2067900"/>
              <a:chExt cx="291450" cy="256775"/>
            </a:xfrm>
          </p:grpSpPr>
          <p:sp>
            <p:nvSpPr>
              <p:cNvPr id="553" name="Google Shape;553;p26"/>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54" name="Google Shape;554;p26"/>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55" name="Google Shape;555;p26"/>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556" name="Google Shape;556;p26"/>
            <p:cNvGrpSpPr/>
            <p:nvPr/>
          </p:nvGrpSpPr>
          <p:grpSpPr>
            <a:xfrm>
              <a:off x="4476986" y="4551731"/>
              <a:ext cx="452413" cy="452413"/>
              <a:chOff x="-4573475" y="2045850"/>
              <a:chExt cx="293800" cy="293800"/>
            </a:xfrm>
          </p:grpSpPr>
          <p:sp>
            <p:nvSpPr>
              <p:cNvPr id="557" name="Google Shape;557;p26"/>
              <p:cNvSpPr/>
              <p:nvPr/>
            </p:nvSpPr>
            <p:spPr>
              <a:xfrm>
                <a:off x="-4573475" y="2045850"/>
                <a:ext cx="293800" cy="293800"/>
              </a:xfrm>
              <a:custGeom>
                <a:avLst/>
                <a:gdLst/>
                <a:ahLst/>
                <a:cxnLst/>
                <a:rect l="l" t="t" r="r" b="b"/>
                <a:pathLst>
                  <a:path w="11752" h="11752" extrusionOk="0">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58" name="Google Shape;558;p26"/>
              <p:cNvSpPr/>
              <p:nvPr/>
            </p:nvSpPr>
            <p:spPr>
              <a:xfrm>
                <a:off x="-4521500" y="2099400"/>
                <a:ext cx="189050" cy="188275"/>
              </a:xfrm>
              <a:custGeom>
                <a:avLst/>
                <a:gdLst/>
                <a:ahLst/>
                <a:cxnLst/>
                <a:rect l="l" t="t" r="r" b="b"/>
                <a:pathLst>
                  <a:path w="7562" h="7531" extrusionOk="0">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559" name="Google Shape;559;p26"/>
            <p:cNvGrpSpPr/>
            <p:nvPr/>
          </p:nvGrpSpPr>
          <p:grpSpPr>
            <a:xfrm>
              <a:off x="5812757" y="5399501"/>
              <a:ext cx="493868" cy="493868"/>
              <a:chOff x="7137330" y="2571753"/>
              <a:chExt cx="417024" cy="417024"/>
            </a:xfrm>
          </p:grpSpPr>
          <p:sp>
            <p:nvSpPr>
              <p:cNvPr id="560" name="Google Shape;560;p26"/>
              <p:cNvSpPr/>
              <p:nvPr/>
            </p:nvSpPr>
            <p:spPr>
              <a:xfrm>
                <a:off x="7235854" y="2645840"/>
                <a:ext cx="219949" cy="268826"/>
              </a:xfrm>
              <a:custGeom>
                <a:avLst/>
                <a:gdLst/>
                <a:ahLst/>
                <a:cxnLst/>
                <a:rect l="l" t="t" r="r" b="b"/>
                <a:pathLst>
                  <a:path w="10539" h="12881" extrusionOk="0">
                    <a:moveTo>
                      <a:pt x="5271" y="1172"/>
                    </a:moveTo>
                    <a:cubicBezTo>
                      <a:pt x="7530" y="1172"/>
                      <a:pt x="9368" y="3010"/>
                      <a:pt x="9368" y="5270"/>
                    </a:cubicBezTo>
                    <a:cubicBezTo>
                      <a:pt x="9368" y="6273"/>
                      <a:pt x="8717" y="7797"/>
                      <a:pt x="7624" y="9343"/>
                    </a:cubicBezTo>
                    <a:cubicBezTo>
                      <a:pt x="6513" y="10917"/>
                      <a:pt x="5536" y="11665"/>
                      <a:pt x="5271" y="11708"/>
                    </a:cubicBezTo>
                    <a:cubicBezTo>
                      <a:pt x="5004" y="11665"/>
                      <a:pt x="4029" y="10917"/>
                      <a:pt x="2916" y="9343"/>
                    </a:cubicBezTo>
                    <a:cubicBezTo>
                      <a:pt x="1825" y="7797"/>
                      <a:pt x="1172" y="6273"/>
                      <a:pt x="1172" y="5270"/>
                    </a:cubicBezTo>
                    <a:cubicBezTo>
                      <a:pt x="1172" y="3010"/>
                      <a:pt x="3010" y="1172"/>
                      <a:pt x="5271" y="1172"/>
                    </a:cubicBezTo>
                    <a:close/>
                    <a:moveTo>
                      <a:pt x="5271" y="1"/>
                    </a:moveTo>
                    <a:cubicBezTo>
                      <a:pt x="2366" y="1"/>
                      <a:pt x="1" y="2364"/>
                      <a:pt x="1" y="5270"/>
                    </a:cubicBezTo>
                    <a:cubicBezTo>
                      <a:pt x="1" y="7084"/>
                      <a:pt x="1409" y="9247"/>
                      <a:pt x="2014" y="10093"/>
                    </a:cubicBezTo>
                    <a:cubicBezTo>
                      <a:pt x="2481" y="10747"/>
                      <a:pt x="4098" y="12881"/>
                      <a:pt x="5271" y="12881"/>
                    </a:cubicBezTo>
                    <a:cubicBezTo>
                      <a:pt x="6444" y="12881"/>
                      <a:pt x="8059" y="10747"/>
                      <a:pt x="8528" y="10093"/>
                    </a:cubicBezTo>
                    <a:cubicBezTo>
                      <a:pt x="9133" y="9247"/>
                      <a:pt x="10539" y="7084"/>
                      <a:pt x="10539" y="5270"/>
                    </a:cubicBezTo>
                    <a:cubicBezTo>
                      <a:pt x="10539" y="2364"/>
                      <a:pt x="8175" y="1"/>
                      <a:pt x="5271"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61" name="Google Shape;561;p26"/>
              <p:cNvSpPr/>
              <p:nvPr/>
            </p:nvSpPr>
            <p:spPr>
              <a:xfrm>
                <a:off x="7137330" y="2571753"/>
                <a:ext cx="417024" cy="417024"/>
              </a:xfrm>
              <a:custGeom>
                <a:avLst/>
                <a:gdLst/>
                <a:ahLst/>
                <a:cxnLst/>
                <a:rect l="l" t="t" r="r" b="b"/>
                <a:pathLst>
                  <a:path w="19982" h="19982" extrusionOk="0">
                    <a:moveTo>
                      <a:pt x="9992" y="1171"/>
                    </a:moveTo>
                    <a:cubicBezTo>
                      <a:pt x="14855" y="1171"/>
                      <a:pt x="18812" y="5127"/>
                      <a:pt x="18812" y="9991"/>
                    </a:cubicBezTo>
                    <a:cubicBezTo>
                      <a:pt x="18812" y="14854"/>
                      <a:pt x="14855" y="18810"/>
                      <a:pt x="9992" y="18810"/>
                    </a:cubicBezTo>
                    <a:cubicBezTo>
                      <a:pt x="5127" y="18810"/>
                      <a:pt x="1171" y="14854"/>
                      <a:pt x="1171" y="9991"/>
                    </a:cubicBezTo>
                    <a:cubicBezTo>
                      <a:pt x="1171" y="5127"/>
                      <a:pt x="5127" y="1171"/>
                      <a:pt x="9992" y="1171"/>
                    </a:cubicBezTo>
                    <a:close/>
                    <a:moveTo>
                      <a:pt x="9992" y="0"/>
                    </a:moveTo>
                    <a:cubicBezTo>
                      <a:pt x="4490" y="0"/>
                      <a:pt x="0" y="4490"/>
                      <a:pt x="0" y="9990"/>
                    </a:cubicBezTo>
                    <a:cubicBezTo>
                      <a:pt x="0" y="15491"/>
                      <a:pt x="4490" y="19981"/>
                      <a:pt x="9992" y="19981"/>
                    </a:cubicBezTo>
                    <a:cubicBezTo>
                      <a:pt x="15493" y="19981"/>
                      <a:pt x="19981" y="15491"/>
                      <a:pt x="19981" y="9990"/>
                    </a:cubicBezTo>
                    <a:cubicBezTo>
                      <a:pt x="19981" y="4488"/>
                      <a:pt x="15492" y="0"/>
                      <a:pt x="9992"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562" name="Google Shape;562;p26"/>
              <p:cNvSpPr/>
              <p:nvPr/>
            </p:nvSpPr>
            <p:spPr>
              <a:xfrm>
                <a:off x="7284751" y="2694716"/>
                <a:ext cx="122173" cy="122194"/>
              </a:xfrm>
              <a:custGeom>
                <a:avLst/>
                <a:gdLst/>
                <a:ahLst/>
                <a:cxnLst/>
                <a:rect l="l" t="t" r="r" b="b"/>
                <a:pathLst>
                  <a:path w="5854" h="5855" extrusionOk="0">
                    <a:moveTo>
                      <a:pt x="2928" y="1172"/>
                    </a:moveTo>
                    <a:cubicBezTo>
                      <a:pt x="3895" y="1172"/>
                      <a:pt x="4684" y="1959"/>
                      <a:pt x="4684" y="2928"/>
                    </a:cubicBezTo>
                    <a:cubicBezTo>
                      <a:pt x="4684" y="3896"/>
                      <a:pt x="3895" y="4683"/>
                      <a:pt x="2928" y="4683"/>
                    </a:cubicBezTo>
                    <a:cubicBezTo>
                      <a:pt x="1958" y="4683"/>
                      <a:pt x="1171" y="3896"/>
                      <a:pt x="1171" y="2928"/>
                    </a:cubicBezTo>
                    <a:cubicBezTo>
                      <a:pt x="2139" y="2928"/>
                      <a:pt x="2928" y="2139"/>
                      <a:pt x="2928" y="1172"/>
                    </a:cubicBezTo>
                    <a:close/>
                    <a:moveTo>
                      <a:pt x="2928" y="1"/>
                    </a:moveTo>
                    <a:cubicBezTo>
                      <a:pt x="2655" y="1"/>
                      <a:pt x="2374" y="47"/>
                      <a:pt x="2066" y="142"/>
                    </a:cubicBezTo>
                    <a:cubicBezTo>
                      <a:pt x="1732" y="245"/>
                      <a:pt x="1562" y="616"/>
                      <a:pt x="1704" y="936"/>
                    </a:cubicBezTo>
                    <a:cubicBezTo>
                      <a:pt x="1885" y="1345"/>
                      <a:pt x="1569" y="1756"/>
                      <a:pt x="1177" y="1756"/>
                    </a:cubicBezTo>
                    <a:cubicBezTo>
                      <a:pt x="1099" y="1756"/>
                      <a:pt x="1018" y="1740"/>
                      <a:pt x="938" y="1704"/>
                    </a:cubicBezTo>
                    <a:cubicBezTo>
                      <a:pt x="860" y="1670"/>
                      <a:pt x="780" y="1654"/>
                      <a:pt x="701" y="1654"/>
                    </a:cubicBezTo>
                    <a:cubicBezTo>
                      <a:pt x="453" y="1654"/>
                      <a:pt x="219" y="1813"/>
                      <a:pt x="142" y="2067"/>
                    </a:cubicBezTo>
                    <a:cubicBezTo>
                      <a:pt x="46" y="2373"/>
                      <a:pt x="0" y="2656"/>
                      <a:pt x="0" y="2928"/>
                    </a:cubicBezTo>
                    <a:cubicBezTo>
                      <a:pt x="0" y="4542"/>
                      <a:pt x="1313" y="5854"/>
                      <a:pt x="2928" y="5854"/>
                    </a:cubicBezTo>
                    <a:cubicBezTo>
                      <a:pt x="4541" y="5854"/>
                      <a:pt x="5854" y="4542"/>
                      <a:pt x="5854" y="2928"/>
                    </a:cubicBezTo>
                    <a:cubicBezTo>
                      <a:pt x="5854" y="1313"/>
                      <a:pt x="4541" y="1"/>
                      <a:pt x="2928" y="1"/>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5F67-4576-46D2-96EB-C2FB4F392E17}"/>
              </a:ext>
            </a:extLst>
          </p:cNvPr>
          <p:cNvSpPr>
            <a:spLocks noGrp="1"/>
          </p:cNvSpPr>
          <p:nvPr>
            <p:ph type="title"/>
          </p:nvPr>
        </p:nvSpPr>
        <p:spPr/>
        <p:txBody>
          <a:bodyPr>
            <a:noAutofit/>
          </a:bodyPr>
          <a:lstStyle/>
          <a:p>
            <a:r>
              <a:rPr lang="en-IN" sz="4000" b="1" dirty="0">
                <a:solidFill>
                  <a:schemeClr val="accent1"/>
                </a:solidFill>
                <a:latin typeface="Arial"/>
                <a:ea typeface="+mj-lt"/>
                <a:cs typeface="Arial"/>
              </a:rPr>
              <a:t>RESULT</a:t>
            </a:r>
          </a:p>
        </p:txBody>
      </p:sp>
      <p:pic>
        <p:nvPicPr>
          <p:cNvPr id="8" name="Content Placeholder 7" descr="A screenshot of a computer&#10;&#10;AI-generated content may be incorrect.">
            <a:extLst>
              <a:ext uri="{FF2B5EF4-FFF2-40B4-BE49-F238E27FC236}">
                <a16:creationId xmlns:a16="http://schemas.microsoft.com/office/drawing/2014/main" id="{96572BFA-4EB0-0A4B-D316-5A7F6F7F4638}"/>
              </a:ext>
            </a:extLst>
          </p:cNvPr>
          <p:cNvPicPr>
            <a:picLocks noGrp="1" noChangeAspect="1"/>
          </p:cNvPicPr>
          <p:nvPr>
            <p:ph sz="half" idx="1"/>
          </p:nvPr>
        </p:nvPicPr>
        <p:blipFill>
          <a:blip r:embed="rId2"/>
          <a:stretch>
            <a:fillRect/>
          </a:stretch>
        </p:blipFill>
        <p:spPr>
          <a:xfrm>
            <a:off x="581025" y="1476260"/>
            <a:ext cx="5194300" cy="4652082"/>
          </a:xfrm>
        </p:spPr>
      </p:pic>
      <p:pic>
        <p:nvPicPr>
          <p:cNvPr id="10" name="Content Placeholder 9" descr="A screenshot of a graph&#10;&#10;AI-generated content may be incorrect.">
            <a:extLst>
              <a:ext uri="{FF2B5EF4-FFF2-40B4-BE49-F238E27FC236}">
                <a16:creationId xmlns:a16="http://schemas.microsoft.com/office/drawing/2014/main" id="{F65ACFD4-4959-ED21-18A9-6A3BC3240604}"/>
              </a:ext>
            </a:extLst>
          </p:cNvPr>
          <p:cNvPicPr>
            <a:picLocks noGrp="1" noChangeAspect="1"/>
          </p:cNvPicPr>
          <p:nvPr>
            <p:ph sz="half" idx="2"/>
          </p:nvPr>
        </p:nvPicPr>
        <p:blipFill>
          <a:blip r:embed="rId3"/>
          <a:stretch>
            <a:fillRect/>
          </a:stretch>
        </p:blipFill>
        <p:spPr>
          <a:xfrm>
            <a:off x="6416675" y="1476260"/>
            <a:ext cx="5194300" cy="4652082"/>
          </a:xfrm>
        </p:spPr>
      </p:pic>
    </p:spTree>
    <p:extLst>
      <p:ext uri="{BB962C8B-B14F-4D97-AF65-F5344CB8AC3E}">
        <p14:creationId xmlns:p14="http://schemas.microsoft.com/office/powerpoint/2010/main" val="143746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9BAA3-FFF6-E7B8-7FFF-A0E1898DCB92}"/>
              </a:ext>
            </a:extLst>
          </p:cNvPr>
          <p:cNvSpPr>
            <a:spLocks noGrp="1"/>
          </p:cNvSpPr>
          <p:nvPr>
            <p:ph type="title"/>
          </p:nvPr>
        </p:nvSpPr>
        <p:spPr/>
        <p:txBody>
          <a:bodyPr>
            <a:noAutofit/>
          </a:bodyPr>
          <a:lstStyle/>
          <a:p>
            <a:r>
              <a:rPr lang="en-IN" sz="4000" b="1" dirty="0">
                <a:solidFill>
                  <a:schemeClr val="accent1"/>
                </a:solidFill>
                <a:latin typeface="Arial"/>
                <a:ea typeface="+mj-lt"/>
                <a:cs typeface="Arial"/>
              </a:rPr>
              <a:t>RESULT</a:t>
            </a:r>
          </a:p>
        </p:txBody>
      </p:sp>
      <p:pic>
        <p:nvPicPr>
          <p:cNvPr id="6" name="Content Placeholder 5" descr="A screenshot of a computer&#10;&#10;AI-generated content may be incorrect.">
            <a:extLst>
              <a:ext uri="{FF2B5EF4-FFF2-40B4-BE49-F238E27FC236}">
                <a16:creationId xmlns:a16="http://schemas.microsoft.com/office/drawing/2014/main" id="{6221DB47-FC14-4B63-A9C0-B16F017FE87E}"/>
              </a:ext>
            </a:extLst>
          </p:cNvPr>
          <p:cNvPicPr>
            <a:picLocks noGrp="1" noChangeAspect="1"/>
          </p:cNvPicPr>
          <p:nvPr>
            <p:ph sz="half" idx="1"/>
          </p:nvPr>
        </p:nvPicPr>
        <p:blipFill>
          <a:blip r:embed="rId2"/>
          <a:stretch>
            <a:fillRect/>
          </a:stretch>
        </p:blipFill>
        <p:spPr>
          <a:xfrm>
            <a:off x="581025" y="1510761"/>
            <a:ext cx="5599438" cy="4679873"/>
          </a:xfrm>
        </p:spPr>
      </p:pic>
      <p:pic>
        <p:nvPicPr>
          <p:cNvPr id="8" name="Content Placeholder 7" descr="A screenshot of a computer&#10;&#10;AI-generated content may be incorrect.">
            <a:extLst>
              <a:ext uri="{FF2B5EF4-FFF2-40B4-BE49-F238E27FC236}">
                <a16:creationId xmlns:a16="http://schemas.microsoft.com/office/drawing/2014/main" id="{89653E3D-8092-D319-729D-4A6B3D4C3438}"/>
              </a:ext>
            </a:extLst>
          </p:cNvPr>
          <p:cNvPicPr>
            <a:picLocks noGrp="1" noChangeAspect="1"/>
          </p:cNvPicPr>
          <p:nvPr>
            <p:ph sz="half" idx="2"/>
          </p:nvPr>
        </p:nvPicPr>
        <p:blipFill>
          <a:blip r:embed="rId3"/>
          <a:stretch>
            <a:fillRect/>
          </a:stretch>
        </p:blipFill>
        <p:spPr>
          <a:xfrm>
            <a:off x="6416675" y="1510761"/>
            <a:ext cx="5426458" cy="4679873"/>
          </a:xfrm>
        </p:spPr>
      </p:pic>
    </p:spTree>
    <p:extLst>
      <p:ext uri="{BB962C8B-B14F-4D97-AF65-F5344CB8AC3E}">
        <p14:creationId xmlns:p14="http://schemas.microsoft.com/office/powerpoint/2010/main" val="2140335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F20F19-3232-FCD0-E48F-6210A7E8170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8" name="Rectangle 17">
            <a:extLst>
              <a:ext uri="{FF2B5EF4-FFF2-40B4-BE49-F238E27FC236}">
                <a16:creationId xmlns:a16="http://schemas.microsoft.com/office/drawing/2014/main" id="{963FC0CD-F19B-4D9C-9C47-EB7E9D16E4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C230409-939A-60F3-342F-342F13F94BBC}"/>
              </a:ext>
            </a:extLst>
          </p:cNvPr>
          <p:cNvSpPr>
            <a:spLocks noGrp="1"/>
          </p:cNvSpPr>
          <p:nvPr>
            <p:ph type="title"/>
          </p:nvPr>
        </p:nvSpPr>
        <p:spPr>
          <a:xfrm>
            <a:off x="581191" y="723901"/>
            <a:ext cx="10993549" cy="759459"/>
          </a:xfrm>
        </p:spPr>
        <p:txBody>
          <a:bodyPr vert="horz" lIns="91440" tIns="45720" rIns="91440" bIns="45720" rtlCol="0" anchor="b">
            <a:normAutofit/>
          </a:bodyPr>
          <a:lstStyle/>
          <a:p>
            <a:r>
              <a:rPr lang="en-US" sz="4000" b="1" dirty="0">
                <a:solidFill>
                  <a:schemeClr val="accent1"/>
                </a:solidFill>
                <a:latin typeface="Arial"/>
                <a:ea typeface="+mj-lt"/>
                <a:cs typeface="Arial"/>
              </a:rPr>
              <a:t>Result</a:t>
            </a:r>
          </a:p>
        </p:txBody>
      </p:sp>
      <p:sp>
        <p:nvSpPr>
          <p:cNvPr id="20" name="Rectangle 19">
            <a:extLst>
              <a:ext uri="{FF2B5EF4-FFF2-40B4-BE49-F238E27FC236}">
                <a16:creationId xmlns:a16="http://schemas.microsoft.com/office/drawing/2014/main" id="{2E70159E-5269-4C18-AA0B-D50513DB3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BBBE9C8C-98B2-41C2-B47B-9A396CBA2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B2ECCA3D-5ECA-4A8B-B9D7-CE6DEB72B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 name="Picture 2">
            <a:extLst>
              <a:ext uri="{FF2B5EF4-FFF2-40B4-BE49-F238E27FC236}">
                <a16:creationId xmlns:a16="http://schemas.microsoft.com/office/drawing/2014/main" id="{66FFF615-B2AC-9671-D970-692672DB5A46}"/>
              </a:ext>
            </a:extLst>
          </p:cNvPr>
          <p:cNvPicPr>
            <a:picLocks noChangeAspect="1"/>
          </p:cNvPicPr>
          <p:nvPr/>
        </p:nvPicPr>
        <p:blipFill>
          <a:blip r:embed="rId2"/>
          <a:stretch>
            <a:fillRect/>
          </a:stretch>
        </p:blipFill>
        <p:spPr>
          <a:xfrm>
            <a:off x="872516" y="1655064"/>
            <a:ext cx="10323804" cy="4738277"/>
          </a:xfrm>
          <a:prstGeom prst="rect">
            <a:avLst/>
          </a:prstGeom>
        </p:spPr>
      </p:pic>
    </p:spTree>
    <p:extLst>
      <p:ext uri="{BB962C8B-B14F-4D97-AF65-F5344CB8AC3E}">
        <p14:creationId xmlns:p14="http://schemas.microsoft.com/office/powerpoint/2010/main" val="424615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3600" b="1" dirty="0">
                <a:solidFill>
                  <a:schemeClr val="accent1"/>
                </a:solidFill>
                <a:latin typeface="Arial"/>
                <a:ea typeface="+mj-lt"/>
                <a:cs typeface="Arial"/>
              </a:rPr>
              <a:t>GITHUB AND DEPLOYMNET LINK</a:t>
            </a:r>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305435" indent="-305435"/>
            <a:r>
              <a:rPr lang="en-US" sz="2800" b="1" dirty="0" err="1"/>
              <a:t>Github</a:t>
            </a:r>
            <a:r>
              <a:rPr lang="en-US" sz="2800" b="1" dirty="0"/>
              <a:t> Link :</a:t>
            </a:r>
          </a:p>
          <a:p>
            <a:pPr marL="0" indent="0">
              <a:buNone/>
            </a:pPr>
            <a:r>
              <a:rPr lang="en-US" sz="2800" b="1" dirty="0">
                <a:hlinkClick r:id="rId2"/>
              </a:rPr>
              <a:t>https://github.com/WisteriaM7/STUDENT-ROAD-TRIP-PLANNER</a:t>
            </a:r>
            <a:endParaRPr lang="en-US" sz="2800" b="1" dirty="0"/>
          </a:p>
          <a:p>
            <a:pPr marL="0" indent="0">
              <a:buNone/>
            </a:pPr>
            <a:endParaRPr lang="en-US" sz="2800" b="1" dirty="0"/>
          </a:p>
          <a:p>
            <a:pPr marL="0" indent="0">
              <a:buNone/>
            </a:pPr>
            <a:endParaRPr lang="en-US" sz="2800" b="1" dirty="0"/>
          </a:p>
          <a:p>
            <a:pPr marL="305435" indent="-305435"/>
            <a:r>
              <a:rPr lang="en-US" sz="2800" b="1" dirty="0">
                <a:ea typeface="+mn-lt"/>
                <a:cs typeface="+mn-lt"/>
              </a:rPr>
              <a:t>Deployment link:  STREAMLIT CLOUD</a:t>
            </a:r>
          </a:p>
          <a:p>
            <a:pPr marL="0" indent="0">
              <a:buNone/>
            </a:pPr>
            <a:r>
              <a:rPr lang="en-US" sz="2800" b="1" dirty="0">
                <a:ea typeface="+mn-lt"/>
                <a:cs typeface="+mn-lt"/>
                <a:hlinkClick r:id="rId3"/>
              </a:rPr>
              <a:t>https://student-road-trip-planner.streamlit.app/</a:t>
            </a:r>
            <a:endParaRPr lang="en-US" sz="2800" b="1" dirty="0">
              <a:ea typeface="+mn-lt"/>
              <a:cs typeface="+mn-lt"/>
            </a:endParaRPr>
          </a:p>
        </p:txBody>
      </p:sp>
    </p:spTree>
    <p:extLst>
      <p:ext uri="{BB962C8B-B14F-4D97-AF65-F5344CB8AC3E}">
        <p14:creationId xmlns:p14="http://schemas.microsoft.com/office/powerpoint/2010/main" val="1483293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E40DB77D-9106-AD05-1664-25E5E9ABD26C}"/>
              </a:ext>
            </a:extLst>
          </p:cNvPr>
          <p:cNvSpPr>
            <a:spLocks noGrp="1"/>
          </p:cNvSpPr>
          <p:nvPr>
            <p:ph idx="1"/>
          </p:nvPr>
        </p:nvSpPr>
        <p:spPr/>
        <p:txBody>
          <a:bodyPr>
            <a:noAutofit/>
          </a:bodyPr>
          <a:lstStyle/>
          <a:p>
            <a:pPr algn="just">
              <a:lnSpc>
                <a:spcPct val="150000"/>
              </a:lnSpc>
            </a:pPr>
            <a:r>
              <a:rPr lang="en-US" sz="2400" dirty="0">
                <a:cs typeface="Arial" panose="020B0604020202020204" pitchFamily="34" charset="0"/>
              </a:rPr>
              <a:t>The development of the Student Road Trip Planner using </a:t>
            </a:r>
            <a:r>
              <a:rPr lang="en-US" sz="2400" dirty="0" err="1">
                <a:cs typeface="Arial" panose="020B0604020202020204" pitchFamily="34" charset="0"/>
              </a:rPr>
              <a:t>Streamlit</a:t>
            </a:r>
            <a:r>
              <a:rPr lang="en-US" sz="2400" dirty="0">
                <a:cs typeface="Arial" panose="020B0604020202020204" pitchFamily="34" charset="0"/>
              </a:rPr>
              <a:t> and OpenAI (via </a:t>
            </a:r>
            <a:r>
              <a:rPr lang="en-US" sz="2400" dirty="0" err="1">
                <a:cs typeface="Arial" panose="020B0604020202020204" pitchFamily="34" charset="0"/>
              </a:rPr>
              <a:t>OpenRouter</a:t>
            </a:r>
            <a:r>
              <a:rPr lang="en-US" sz="2400" dirty="0">
                <a:cs typeface="Arial" panose="020B0604020202020204" pitchFamily="34" charset="0"/>
              </a:rPr>
              <a:t>) showcases an innovative approach to simplifying travel planning for students. </a:t>
            </a:r>
          </a:p>
          <a:p>
            <a:pPr algn="just">
              <a:lnSpc>
                <a:spcPct val="150000"/>
              </a:lnSpc>
            </a:pPr>
            <a:r>
              <a:rPr lang="en-US" sz="2400" dirty="0">
                <a:cs typeface="Arial" panose="020B0604020202020204" pitchFamily="34" charset="0"/>
              </a:rPr>
              <a:t>By combining intuitive user inputs, real-time budget estimation, visual cost breakdowns, and AI-generated itineraries, the system transforms trip organization into a fun, interactive, and data-driven experience. </a:t>
            </a:r>
          </a:p>
          <a:p>
            <a:pPr algn="just">
              <a:lnSpc>
                <a:spcPct val="150000"/>
              </a:lnSpc>
            </a:pPr>
            <a:r>
              <a:rPr lang="en-US" sz="2400" dirty="0">
                <a:cs typeface="Arial" panose="020B0604020202020204" pitchFamily="34" charset="0"/>
              </a:rPr>
              <a:t>This project highlights how AI and modern web frameworks can empower students to plan affordable, well-structured, and memorable getaways with ease.</a:t>
            </a:r>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noGrp="1"/>
          </p:cNvSpPr>
          <p:nvPr>
            <p:ph type="title" idx="4294967295"/>
          </p:nvPr>
        </p:nvSpPr>
        <p:spPr>
          <a:xfrm>
            <a:off x="535670" y="844659"/>
            <a:ext cx="11029616" cy="530296"/>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all" spc="0" normalizeH="0" baseline="0" noProof="0" dirty="0">
                <a:ln>
                  <a:noFill/>
                </a:ln>
                <a:solidFill>
                  <a:schemeClr val="accent1"/>
                </a:solidFill>
                <a:effectLst/>
                <a:uLnTx/>
                <a:uFillTx/>
                <a:latin typeface="Arial"/>
                <a:ea typeface="+mj-ea"/>
                <a:cs typeface="Arial"/>
              </a:rPr>
              <a:t>Future scope</a:t>
            </a:r>
          </a:p>
        </p:txBody>
      </p:sp>
      <p:sp>
        <p:nvSpPr>
          <p:cNvPr id="3" name="Rectangle 1">
            <a:extLst>
              <a:ext uri="{FF2B5EF4-FFF2-40B4-BE49-F238E27FC236}">
                <a16:creationId xmlns:a16="http://schemas.microsoft.com/office/drawing/2014/main" id="{838CB7AC-92BC-5C92-8977-C45076B2B1AD}"/>
              </a:ext>
            </a:extLst>
          </p:cNvPr>
          <p:cNvSpPr>
            <a:spLocks noChangeArrowheads="1"/>
          </p:cNvSpPr>
          <p:nvPr/>
        </p:nvSpPr>
        <p:spPr bwMode="auto">
          <a:xfrm>
            <a:off x="545253" y="1443555"/>
            <a:ext cx="10864427" cy="501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Add Map Integration: </a:t>
            </a:r>
            <a:r>
              <a:rPr kumimoji="0" lang="en-US" altLang="en-US" sz="2400" u="none" strike="noStrike" cap="none" normalizeH="0" baseline="0" dirty="0">
                <a:ln>
                  <a:noFill/>
                </a:ln>
                <a:solidFill>
                  <a:schemeClr val="tx1"/>
                </a:solidFill>
                <a:effectLst/>
              </a:rPr>
              <a:t>Display live routes, distance, and estimated travel time using Google Maps or OpenStreetMap.</a:t>
            </a:r>
          </a:p>
          <a:p>
            <a:pPr lvl="0" eaLnBrk="0" fontAlgn="base" hangingPunct="0">
              <a:lnSpc>
                <a:spcPct val="150000"/>
              </a:lnSpc>
              <a:spcBef>
                <a:spcPct val="0"/>
              </a:spcBef>
              <a:spcAft>
                <a:spcPct val="0"/>
              </a:spcAft>
              <a:buFontTx/>
              <a:buChar char="•"/>
            </a:pPr>
            <a:r>
              <a:rPr lang="en-IN" sz="2400" b="1" dirty="0"/>
              <a:t>Include Real-Time Cost Data: </a:t>
            </a:r>
            <a:r>
              <a:rPr lang="en-US" sz="2400" dirty="0"/>
              <a:t>Fetch dynamic prices for fuel, hotels, and transport using public APIs for accurate budgeting.</a:t>
            </a:r>
          </a:p>
          <a:p>
            <a:pPr lvl="0" eaLnBrk="0" fontAlgn="base" hangingPunct="0">
              <a:lnSpc>
                <a:spcPct val="150000"/>
              </a:lnSpc>
              <a:spcBef>
                <a:spcPct val="0"/>
              </a:spcBef>
              <a:spcAft>
                <a:spcPct val="0"/>
              </a:spcAft>
              <a:buFontTx/>
              <a:buChar char="•"/>
            </a:pPr>
            <a:r>
              <a:rPr lang="en-IN" sz="2400" b="1" dirty="0"/>
              <a:t>Personalized Recommendations: </a:t>
            </a:r>
            <a:r>
              <a:rPr lang="en-US" sz="2400" dirty="0"/>
              <a:t>Suggest destinations, stays, and activities based on user preferences and past trips.</a:t>
            </a:r>
          </a:p>
          <a:p>
            <a:pPr lvl="0" eaLnBrk="0" fontAlgn="base" hangingPunct="0">
              <a:lnSpc>
                <a:spcPct val="150000"/>
              </a:lnSpc>
              <a:spcBef>
                <a:spcPct val="0"/>
              </a:spcBef>
              <a:spcAft>
                <a:spcPct val="0"/>
              </a:spcAft>
              <a:buFontTx/>
              <a:buChar char="•"/>
            </a:pPr>
            <a:r>
              <a:rPr lang="en-IN" sz="2400" b="1" dirty="0"/>
              <a:t>Multi-Language Support:</a:t>
            </a:r>
            <a:r>
              <a:rPr lang="en-IN" sz="2400" dirty="0"/>
              <a:t> </a:t>
            </a:r>
            <a:r>
              <a:rPr lang="en-US" sz="2400" dirty="0"/>
              <a:t>Add regional languages (like Hindi, Tamil, Bengali) to make the planner accessible to more students.</a:t>
            </a:r>
            <a:br>
              <a:rPr lang="en-IN" sz="2400" dirty="0"/>
            </a:br>
            <a:endParaRPr kumimoji="0" lang="en-US" altLang="en-US" sz="240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US" sz="2400" dirty="0">
                <a:hlinkClick r:id="rId2"/>
              </a:rPr>
              <a:t>https://github.com/WisteriaM7/STUDENT-ROAD-TRIP-PLANNER</a:t>
            </a:r>
          </a:p>
          <a:p>
            <a:pPr marL="305435" indent="-305435"/>
            <a:r>
              <a:rPr lang="en-US" sz="2400" dirty="0">
                <a:hlinkClick r:id="rId2"/>
              </a:rPr>
              <a:t>https://streamlit.io/cloud</a:t>
            </a:r>
          </a:p>
          <a:p>
            <a:pPr marL="305435" indent="-305435"/>
            <a:r>
              <a:rPr lang="en-US" sz="2400" dirty="0">
                <a:hlinkClick r:id="rId2"/>
              </a:rPr>
              <a:t>https://docs.streamlit.io/develop/api-reference/connections/st.secrets</a:t>
            </a:r>
          </a:p>
          <a:p>
            <a:pPr marL="305435" indent="-305435"/>
            <a:r>
              <a:rPr lang="en-US" sz="2400" dirty="0">
                <a:hlinkClick r:id="rId2"/>
              </a:rPr>
              <a:t>https://docs.streamlit.io/develop/concepts/connections/secrets-management</a:t>
            </a:r>
          </a:p>
          <a:p>
            <a:pPr marL="305435" indent="-305435"/>
            <a:r>
              <a:rPr lang="en-US" sz="2400" dirty="0">
                <a:hlinkClick r:id="rId2"/>
              </a:rPr>
              <a:t>https://docs.streamlit.io/deploy/streamlit-community-cloud/deploy-your-app/secrets-management</a:t>
            </a:r>
          </a:p>
        </p:txBody>
      </p:sp>
    </p:spTree>
    <p:extLst>
      <p:ext uri="{BB962C8B-B14F-4D97-AF65-F5344CB8AC3E}">
        <p14:creationId xmlns:p14="http://schemas.microsoft.com/office/powerpoint/2010/main"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sz="40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2000</TotalTime>
  <Words>703</Words>
  <Application>Microsoft Office PowerPoint</Application>
  <PresentationFormat>Widescreen</PresentationFormat>
  <Paragraphs>84</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Franklin Gothic Book</vt:lpstr>
      <vt:lpstr>Franklin Gothic Demi</vt:lpstr>
      <vt:lpstr>Roboto</vt:lpstr>
      <vt:lpstr>Wingdings 2</vt:lpstr>
      <vt:lpstr>DividendVTI</vt:lpstr>
      <vt:lpstr>Student road trip planner🌍</vt:lpstr>
      <vt:lpstr>OUTLINE</vt:lpstr>
      <vt:lpstr>Problem Statement</vt:lpstr>
      <vt:lpstr>System  DEVELOPMENT Approach</vt:lpstr>
      <vt:lpstr>ALGORITHM</vt:lpstr>
      <vt:lpstr>DEPLOYMENT </vt:lpstr>
      <vt:lpstr>RESULT</vt:lpstr>
      <vt:lpstr>RESULT</vt:lpstr>
      <vt:lpstr>Result</vt:lpstr>
      <vt:lpstr>GITHUB AND DEPLOYMNET LINK</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Ruchita Maaran</cp:lastModifiedBy>
  <cp:revision>91</cp:revision>
  <dcterms:created xsi:type="dcterms:W3CDTF">2021-05-26T16:50:10Z</dcterms:created>
  <dcterms:modified xsi:type="dcterms:W3CDTF">2025-10-14T07:12:31Z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